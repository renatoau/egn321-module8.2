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38b28448894932" /><Relationship Type="http://schemas.openxmlformats.org/officeDocument/2006/relationships/extended-properties" Target="/docProps/app.xml" Id="R32f55c77f9a3401a" /><Relationship Type="http://schemas.openxmlformats.org/officeDocument/2006/relationships/officeDocument" Target="/ppt/presentation.xml" Id="R638eca1218fe4fc4" /></Relationships>
</file>

<file path=ppt/presentation.xml><?xml version="1.0" encoding="utf-8"?>
<p:presentation xmlns:p="http://schemas.openxmlformats.org/presentationml/2006/main">
  <p:sldMasterIdLst>
    <p:sldMasterId xmlns:r="http://schemas.openxmlformats.org/officeDocument/2006/relationships" id="2147483648" r:id="Rfda8b689ee5a411c"/>
  </p:sldMasterIdLst>
  <p:notesMasterIdLst>
    <p:notesMasterId xmlns:r="http://schemas.openxmlformats.org/officeDocument/2006/relationships" r:id="R02b6bdc661994e2d"/>
  </p:notesMasterIdLst>
  <p:sldIdLst>
    <p:sldId xmlns:r="http://schemas.openxmlformats.org/officeDocument/2006/relationships" id="256" r:id="R517d7bcbf5434062"/>
    <p:sldId xmlns:r="http://schemas.openxmlformats.org/officeDocument/2006/relationships" id="257" r:id="R6255c6e1ed1942af"/>
    <p:sldId xmlns:r="http://schemas.openxmlformats.org/officeDocument/2006/relationships" id="258" r:id="Re0253ddc843e4c01"/>
    <p:sldId xmlns:r="http://schemas.openxmlformats.org/officeDocument/2006/relationships" id="259" r:id="R32145d2beeb44384"/>
    <p:sldId xmlns:r="http://schemas.openxmlformats.org/officeDocument/2006/relationships" id="260" r:id="Rba7381f7e51b4263"/>
    <p:sldId xmlns:r="http://schemas.openxmlformats.org/officeDocument/2006/relationships" id="261" r:id="R0c8df408a47f4a6e"/>
    <p:sldId xmlns:r="http://schemas.openxmlformats.org/officeDocument/2006/relationships" id="262" r:id="Rb01038e231644c06"/>
    <p:sldId xmlns:r="http://schemas.openxmlformats.org/officeDocument/2006/relationships" id="263" r:id="Ra0294f8580734e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78ff7af61d4f48" /><Relationship Type="http://schemas.openxmlformats.org/officeDocument/2006/relationships/slideMaster" Target="/ppt/slideMasters/slideMaster1.xml" Id="Rfda8b689ee5a411c" /><Relationship Type="http://schemas.openxmlformats.org/officeDocument/2006/relationships/notesMaster" Target="/ppt/notesMasters/notesMaster1.xml" Id="R02b6bdc661994e2d" /><Relationship Type="http://schemas.openxmlformats.org/officeDocument/2006/relationships/presProps" Target="/ppt/presProps.xml" Id="Rdd8de9871c4849e4" /><Relationship Type="http://schemas.openxmlformats.org/officeDocument/2006/relationships/tableStyles" Target="/ppt/tableStyles.xml" Id="R9893673f7e434c7a" /><Relationship Type="http://schemas.openxmlformats.org/officeDocument/2006/relationships/slide" Target="/ppt/slides/slide1.xml" Id="R517d7bcbf5434062" /><Relationship Type="http://schemas.openxmlformats.org/officeDocument/2006/relationships/slide" Target="/ppt/slides/slide2.xml" Id="R6255c6e1ed1942af" /><Relationship Type="http://schemas.openxmlformats.org/officeDocument/2006/relationships/slide" Target="/ppt/slides/slide3.xml" Id="Re0253ddc843e4c01" /><Relationship Type="http://schemas.openxmlformats.org/officeDocument/2006/relationships/slide" Target="/ppt/slides/slide4.xml" Id="R32145d2beeb44384" /><Relationship Type="http://schemas.openxmlformats.org/officeDocument/2006/relationships/slide" Target="/ppt/slides/slide5.xml" Id="Rba7381f7e51b4263" /><Relationship Type="http://schemas.openxmlformats.org/officeDocument/2006/relationships/slide" Target="/ppt/slides/slide6.xml" Id="R0c8df408a47f4a6e" /><Relationship Type="http://schemas.openxmlformats.org/officeDocument/2006/relationships/slide" Target="/ppt/slides/slide7.xml" Id="Rb01038e231644c06" /><Relationship Type="http://schemas.openxmlformats.org/officeDocument/2006/relationships/slide" Target="/ppt/slides/slide8.xml" Id="Ra0294f8580734e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d7925de58444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689fcf21e14990" /><Relationship Type="http://schemas.openxmlformats.org/officeDocument/2006/relationships/notesMaster" Target="/ppt/notesMasters/notesMaster1.xml" Id="R006410de8a7541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a6a1f1dde749c2" /><Relationship Type="http://schemas.openxmlformats.org/officeDocument/2006/relationships/notesMaster" Target="/ppt/notesMasters/notesMaster1.xml" Id="R6acdb82cb43f49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476647892d41d5" /><Relationship Type="http://schemas.openxmlformats.org/officeDocument/2006/relationships/notesMaster" Target="/ppt/notesMasters/notesMaster1.xml" Id="R2569405d580941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d1b387c0604ec5" /><Relationship Type="http://schemas.openxmlformats.org/officeDocument/2006/relationships/notesMaster" Target="/ppt/notesMasters/notesMaster1.xml" Id="Ra0687b3432c841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6ef01ae06e4131" /><Relationship Type="http://schemas.openxmlformats.org/officeDocument/2006/relationships/notesMaster" Target="/ppt/notesMasters/notesMaster1.xml" Id="R5cd037e23f4045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3fb8f08ff34461" /><Relationship Type="http://schemas.openxmlformats.org/officeDocument/2006/relationships/notesMaster" Target="/ppt/notesMasters/notesMaster1.xml" Id="Rb3111b00d41142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df59ac5948473e" /><Relationship Type="http://schemas.openxmlformats.org/officeDocument/2006/relationships/notesMaster" Target="/ppt/notesMasters/notesMaster1.xml" Id="R9a1a6952bd4941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f98302adbd41ae" /><Relationship Type="http://schemas.openxmlformats.org/officeDocument/2006/relationships/notesMaster" Target="/ppt/notesMasters/notesMaster1.xml" Id="R07ea8c51bc9746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0:00–0:55. My project began with TANK_FILL_rev4.xlsx, an inherited production fill log. The workbook takes tank length and width in feet and a depth labeled in inches, then outputs US gallons. It includes 18 runs and separate field notes. Open the actual original workbook to show Tank Fill row 6, where R-101 has length 10 feet, width 6 feet, and depth 8 inches. Explain that this is a rectangular tank calculation. Converting depth to feet first gives 40 cubic feet. Multiplying by the inherited conversion convention gives 299.2208 US gallons. The original artifact is included unchanged in the submission. Source: original/TANK_FILL_rev4.xlsx, Tank Fill!C6:G6.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0:55–1:50. The formula works for known-correct inputs, but input meaning and total coverage require review. Show Tank Fill E13 and Field Notes E11 for R-108. The field note says 2.5 feet while the formula treats the entered 2.5 as inches. That produces a twelvefold difference. Also show G25: its formula sums only G6:G17, excluding the last six runs. Explain that matching an existing number does not prove that its units or total range are right. The new code names its conversion constants and the interface makes the depth unit explicit. The verification report retains both interpretations of the source discrepancy. Source: WORKBOOK_VERIFICATION.md and the original workbook.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1:50–2:40. The course added capabilities in stages: checking inherited assumptions, validating units, separating reusable functions, building interfaces, replaying sensor input, preserving history, and monitoring health and recovery. The final package combines the saved Module 7 monitor with a tank calculation page added for the final delivery. This table maps capabilities to final files. It does not establish an exact historical commit sequence. The sensor dataset is the later Module 6 classroom file with five channels. Temperature is not a tank-depth measurement, so the system keeps the workflows separate. Source: CAPSTONE_REPORT.md, tank_fill.py, history.py, 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2:40–3:25. Explain the two workflows. The tank form passes its dimensions and explicit depth unit into tank_fill.calculate, which validates values and returns cubic feet and gallons. The sensor worker validates source readings, writes archive and replay records in SQLite, updates alert state, and supplies the dashboard. Both workflows write events to the application log. supervisor.py runs the monitoring process and restarts it after an unexpected child exit. Explain that the tank calculator remains usable even though temperature monitoring has its own health state. Source: app.py, tank_fill.py, alert_logic.py, supervisor.py.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3:25–5:10. Switch to the running application. Open /tank. Submit 10 feet by 6 feet with 8 inches depth and show 299.2208 US gallons. Compare the result with workbook G6. Next enter depth 2.5 and explicitly choose feet. Show 1122.0780 US gallons and explain the R-108 difference. Enter depth minus one and show the clear refusal. Refusing an impossible depth is better than returning a plausible-looking negative volume. Restore valid input. Open the sensor dashboard and history page. Explain original source time versus today's replay receipt time. The receipt timestamp indicates replay activity and does not turn historical data into a new physical measurement. Source: LIVE_DEMO.md and the live local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5:10–6:10. Show the 21 passing test cases in the terminal and the workbook comparison report. The known-correct case anchors the new calculation to the original artifact. The R-108 regression checks the unit discrepancy. Invalid input cases include negative, missing, nonfinite, zero dimensions, unsupported units, and overflow. The additional domain test checks zero depth as a valid empty tank. This test was prepared with AI assistance and needs my own explanation. All 18 cached workbook row results agree when interpreted as entered inches. The full totals are reported separately from the incomplete legacy total. Source: tests/test_tank_fill.py, tests/test_monitor.py, evidence/workbook_verification.json.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6:10–7:45. Run the separate controlled-failure script if time permits, or open its actual saved evidence. It first shows healthy input, high-temperature alert activation and clearing, then paused delivery becoming stale and failed. It also verifies missing input. It then kills the child process and verifies the new PID, responding HTTP service, resumed healthy status, retained records, and database integrity. Show those fields in evidence/verification.json and the corresponding log entries. Explain that these are synthetic classroom fault inputs at a 0.5-second delivery interval in the assistant Linux environment. The optional silent partner observation was omitted based on the instructor clarification reported by the student. Documentation improvements came from source and workflow review, so no partner struggle is claimed. Source: VERIFICATION_REPORT.md, evidence/verification.json, IMPROVEMENTS.md.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7:45–8:40. Close with the limits. The tank calculation assumes a level rectangular tank with vertical walls. It does not know the tank's maximum height, so a valid calculated volume does not prove that a fill is safe. Monitoring cannot verify physical calibration, and the replay is finite. Automatic restart requires the supervisor and storage to survive. The operating guide now gives exact commands, explicit units, and evidence paths so another operator can follow it. AI helped during development and preparation, and the specific assistance is recorded in AI_LOG.md. I must understand the final code and complete the instructor's live modification and questions independently, without AI. Source: README.md, CODE_DEFENSE.md, AI_LOG.md.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dd4b780e5e4e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72aa85c2af4a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446c671e3b46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40fdf7b6df4c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a69bf9214844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3ddd73c4ba4d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B6C676-2095-439C-B516-0E6F3A464CE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E061A6-4041-4932-80EE-BBAC08EB321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EBCB47C-0350-49B7-9F7E-3EA3AD519F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0848AC-B83A-40FD-A3DF-6B19FF51A2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F707066-5C19-4AEC-992F-F405662E72A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54DAAB-2294-47C3-95F3-12A2517334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66A685-8FA6-4922-948A-3BB2451151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B5A030-A0CD-4FCD-B040-5E49241E49B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D23FF8-163F-44BB-BEA8-3187746291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15A74C-BAB6-4943-9367-371B6493B8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bf4368cf6645e4" /><Relationship Type="http://schemas.openxmlformats.org/officeDocument/2006/relationships/slideLayout" Target="/ppt/slideLayouts/slideLayout1.xml" Id="Rd13b1c3af831428f" /><Relationship Type="http://schemas.openxmlformats.org/officeDocument/2006/relationships/slideLayout" Target="/ppt/slideLayouts/slideLayout2.xml" Id="R47264c8cb3874876" /><Relationship Type="http://schemas.openxmlformats.org/officeDocument/2006/relationships/slideLayout" Target="/ppt/slideLayouts/slideLayout3.xml" Id="R25eecb2002b8468b" /><Relationship Type="http://schemas.openxmlformats.org/officeDocument/2006/relationships/slideLayout" Target="/ppt/slideLayouts/slideLayout4.xml" Id="Rc6eaabf490144dbb" /><Relationship Type="http://schemas.openxmlformats.org/officeDocument/2006/relationships/slideLayout" Target="/ppt/slideLayouts/slideLayout5.xml" Id="R5bb4390fa75f4b9f" /><Relationship Type="http://schemas.openxmlformats.org/officeDocument/2006/relationships/slideLayout" Target="/ppt/slideLayouts/slideLayout6.xml" Id="R061ed5b4cfcd44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3b1c3af831428f"/>
    <p:sldLayoutId xmlns:r="http://schemas.openxmlformats.org/officeDocument/2006/relationships" id="2147483650" r:id="R47264c8cb3874876"/>
    <p:sldLayoutId xmlns:r="http://schemas.openxmlformats.org/officeDocument/2006/relationships" id="2147483651" r:id="R25eecb2002b8468b"/>
    <p:sldLayoutId xmlns:r="http://schemas.openxmlformats.org/officeDocument/2006/relationships" id="2147483652" r:id="Rc6eaabf490144dbb"/>
    <p:sldLayoutId xmlns:r="http://schemas.openxmlformats.org/officeDocument/2006/relationships" id="2147483653" r:id="R5bb4390fa75f4b9f"/>
    <p:sldLayoutId xmlns:r="http://schemas.openxmlformats.org/officeDocument/2006/relationships" id="2147483654" r:id="R061ed5b4cfcd44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2ea2813b6748db" /><Relationship Type="http://schemas.openxmlformats.org/officeDocument/2006/relationships/notesSlide" Target="/ppt/notesSlides/notesSlide1.xml" Id="R0e77e691048248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0e3cdc1c8a4ee7" /><Relationship Type="http://schemas.openxmlformats.org/officeDocument/2006/relationships/notesSlide" Target="/ppt/notesSlides/notesSlide2.xml" Id="Rb29e93a4d76149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f1a0f5a7494ed1" /><Relationship Type="http://schemas.openxmlformats.org/officeDocument/2006/relationships/notesSlide" Target="/ppt/notesSlides/notesSlide3.xml" Id="Rba44d09d77f64d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fff43d5a974b18" /><Relationship Type="http://schemas.openxmlformats.org/officeDocument/2006/relationships/notesSlide" Target="/ppt/notesSlides/notesSlide4.xml" Id="R71bc7b7e124044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133a51915b34203" /><Relationship Type="http://schemas.openxmlformats.org/officeDocument/2006/relationships/notesSlide" Target="/ppt/notesSlides/notesSlide5.xml" Id="R9adde822da2243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946104c67614c12" /><Relationship Type="http://schemas.openxmlformats.org/officeDocument/2006/relationships/notesSlide" Target="/ppt/notesSlides/notesSlide6.xml" Id="R32e0329a739f44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b80369b245c457a" /><Relationship Type="http://schemas.openxmlformats.org/officeDocument/2006/relationships/notesSlide" Target="/ppt/notesSlides/notesSlide7.xml" Id="Rfeb1db9a520c44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e801855f5174fa5" /><Relationship Type="http://schemas.openxmlformats.org/officeDocument/2006/relationships/notesSlide" Target="/ppt/notesSlides/notesSlide8.xml" Id="R98f8285de83a43e4"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16DAB3A-30AC-4489-91F9-A1B0C3ECC2CE}"/>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C3B"/>
                </a:solidFill>
                <a:latin typeface="DejaVu Sans"/>
                <a:ea typeface="DejaVu Sans"/>
                <a:cs typeface="DejaVu Sans"/>
              </a:defRPr>
            </a:defPPr>
            <a:lvl1pPr>
              <a:defRPr sz="3300" b="1">
                <a:solidFill>
                  <a:srgbClr val="142C3B"/>
                </a:solidFill>
                <a:latin typeface="DejaVu Sans"/>
                <a:ea typeface="DejaVu Sans"/>
                <a:cs typeface="DejaVu Sans"/>
              </a:defRPr>
            </a:lvl1pPr>
            <a:lvl2pPr>
              <a:defRPr sz="3300" b="1">
                <a:solidFill>
                  <a:srgbClr val="142C3B"/>
                </a:solidFill>
                <a:latin typeface="DejaVu Sans"/>
                <a:ea typeface="DejaVu Sans"/>
                <a:cs typeface="DejaVu Sans"/>
              </a:defRPr>
            </a:lvl2pPr>
            <a:lvl3pPr>
              <a:defRPr sz="3300" b="1">
                <a:solidFill>
                  <a:srgbClr val="142C3B"/>
                </a:solidFill>
                <a:latin typeface="DejaVu Sans"/>
                <a:ea typeface="DejaVu Sans"/>
                <a:cs typeface="DejaVu Sans"/>
              </a:defRPr>
            </a:lvl3pPr>
            <a:lvl4pPr>
              <a:defRPr sz="3300" b="1">
                <a:solidFill>
                  <a:srgbClr val="142C3B"/>
                </a:solidFill>
                <a:latin typeface="DejaVu Sans"/>
                <a:ea typeface="DejaVu Sans"/>
                <a:cs typeface="DejaVu Sans"/>
              </a:defRPr>
            </a:lvl4pPr>
            <a:lvl5pPr>
              <a:defRPr sz="3300" b="1">
                <a:solidFill>
                  <a:srgbClr val="142C3B"/>
                </a:solidFill>
                <a:latin typeface="DejaVu Sans"/>
                <a:ea typeface="DejaVu Sans"/>
                <a:cs typeface="DejaVu Sans"/>
              </a:defRPr>
            </a:lvl5pPr>
            <a:lvl6pPr>
              <a:defRPr sz="3300" b="1">
                <a:solidFill>
                  <a:srgbClr val="142C3B"/>
                </a:solidFill>
                <a:latin typeface="DejaVu Sans"/>
                <a:ea typeface="DejaVu Sans"/>
                <a:cs typeface="DejaVu Sans"/>
              </a:defRPr>
            </a:lvl6pPr>
            <a:lvl7pPr>
              <a:defRPr sz="3300" b="1">
                <a:solidFill>
                  <a:srgbClr val="142C3B"/>
                </a:solidFill>
                <a:latin typeface="DejaVu Sans"/>
                <a:ea typeface="DejaVu Sans"/>
                <a:cs typeface="DejaVu Sans"/>
              </a:defRPr>
            </a:lvl7pPr>
            <a:lvl8pPr>
              <a:defRPr sz="3300" b="1">
                <a:solidFill>
                  <a:srgbClr val="142C3B"/>
                </a:solidFill>
                <a:latin typeface="DejaVu Sans"/>
                <a:ea typeface="DejaVu Sans"/>
                <a:cs typeface="DejaVu Sans"/>
              </a:defRPr>
            </a:lvl8pPr>
            <a:lvl9pPr>
              <a:defRPr sz="3300" b="1">
                <a:solidFill>
                  <a:srgbClr val="142C3B"/>
                </a:solidFill>
                <a:latin typeface="DejaVu Sans"/>
                <a:ea typeface="DejaVu Sans"/>
                <a:cs typeface="DejaVu Sans"/>
              </a:defRPr>
            </a:lvl9pPr>
          </a:lstStyle>
          <a:p xmlns:a="http://schemas.openxmlformats.org/drawingml/2006/main">
            <a:pPr>
              <a:defRPr sz="3300" b="1">
                <a:solidFill>
                  <a:srgbClr val="142C3B"/>
                </a:solidFill>
                <a:latin typeface="DejaVu Sans"/>
                <a:ea typeface="DejaVu Sans"/>
                <a:cs typeface="DejaVu Sans"/>
              </a:defRPr>
            </a:pPr>
            <a:r>
              <a:rPr sz="3300" b="1">
                <a:solidFill>
                  <a:srgbClr val="142C3B"/>
                </a:solidFill>
                <a:latin typeface="DejaVu Sans"/>
                <a:ea typeface="DejaVu Sans"/>
                <a:cs typeface="DejaVu Sans"/>
              </a:rPr>
              <a:t>The inherited tank-fill workbook</a:t>
            </a:r>
          </a:p>
        </p:txBody>
      </p:sp>
      <p:sp>
        <p:nvSpPr>
          <p:cNvPr id="2" name="page">
            <a:extLst xmlns:a="http://schemas.openxmlformats.org/drawingml/2006/main">
              <a:ext uri="{FF2B5EF4-FFF2-40B4-BE49-F238E27FC236}">
                <a16:creationId xmlns:a16="http://schemas.microsoft.com/office/drawing/2014/main" id="{F2A336C7-A2DA-4030-A693-216EE8CEC3BF}"/>
              </a:ext>
            </a:extLst>
          </p:cNvPr>
          <p:cNvSpPr>
            <a:spLocks xmlns:a="http://schemas.openxmlformats.org/drawingml/2006/main" noGrp="1"/>
          </p:cNvSpPr>
          <p:nvPr/>
        </p:nvSpPr>
        <p:spPr>
          <a:xfrm xmlns:a="http://schemas.openxmlformats.org/drawingml/2006/main">
            <a:off x="10668000" y="633412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35969"/>
                </a:solidFill>
                <a:latin typeface="DejaVu Sans"/>
                <a:ea typeface="DejaVu Sans"/>
                <a:cs typeface="DejaVu Sans"/>
              </a:defRPr>
            </a:defPPr>
            <a:lvl1pPr>
              <a:defRPr sz="1350" b="0">
                <a:solidFill>
                  <a:srgbClr val="435969"/>
                </a:solidFill>
                <a:latin typeface="DejaVu Sans"/>
                <a:ea typeface="DejaVu Sans"/>
                <a:cs typeface="DejaVu Sans"/>
              </a:defRPr>
            </a:lvl1pPr>
            <a:lvl2pPr>
              <a:defRPr sz="1350" b="0">
                <a:solidFill>
                  <a:srgbClr val="435969"/>
                </a:solidFill>
                <a:latin typeface="DejaVu Sans"/>
                <a:ea typeface="DejaVu Sans"/>
                <a:cs typeface="DejaVu Sans"/>
              </a:defRPr>
            </a:lvl2pPr>
            <a:lvl3pPr>
              <a:defRPr sz="1350" b="0">
                <a:solidFill>
                  <a:srgbClr val="435969"/>
                </a:solidFill>
                <a:latin typeface="DejaVu Sans"/>
                <a:ea typeface="DejaVu Sans"/>
                <a:cs typeface="DejaVu Sans"/>
              </a:defRPr>
            </a:lvl3pPr>
            <a:lvl4pPr>
              <a:defRPr sz="1350" b="0">
                <a:solidFill>
                  <a:srgbClr val="435969"/>
                </a:solidFill>
                <a:latin typeface="DejaVu Sans"/>
                <a:ea typeface="DejaVu Sans"/>
                <a:cs typeface="DejaVu Sans"/>
              </a:defRPr>
            </a:lvl4pPr>
            <a:lvl5pPr>
              <a:defRPr sz="1350" b="0">
                <a:solidFill>
                  <a:srgbClr val="435969"/>
                </a:solidFill>
                <a:latin typeface="DejaVu Sans"/>
                <a:ea typeface="DejaVu Sans"/>
                <a:cs typeface="DejaVu Sans"/>
              </a:defRPr>
            </a:lvl5pPr>
            <a:lvl6pPr>
              <a:defRPr sz="1350" b="0">
                <a:solidFill>
                  <a:srgbClr val="435969"/>
                </a:solidFill>
                <a:latin typeface="DejaVu Sans"/>
                <a:ea typeface="DejaVu Sans"/>
                <a:cs typeface="DejaVu Sans"/>
              </a:defRPr>
            </a:lvl6pPr>
            <a:lvl7pPr>
              <a:defRPr sz="1350" b="0">
                <a:solidFill>
                  <a:srgbClr val="435969"/>
                </a:solidFill>
                <a:latin typeface="DejaVu Sans"/>
                <a:ea typeface="DejaVu Sans"/>
                <a:cs typeface="DejaVu Sans"/>
              </a:defRPr>
            </a:lvl7pPr>
            <a:lvl8pPr>
              <a:defRPr sz="1350" b="0">
                <a:solidFill>
                  <a:srgbClr val="435969"/>
                </a:solidFill>
                <a:latin typeface="DejaVu Sans"/>
                <a:ea typeface="DejaVu Sans"/>
                <a:cs typeface="DejaVu Sans"/>
              </a:defRPr>
            </a:lvl8pPr>
            <a:lvl9pPr>
              <a:defRPr sz="1350" b="0">
                <a:solidFill>
                  <a:srgbClr val="435969"/>
                </a:solidFill>
                <a:latin typeface="DejaVu Sans"/>
                <a:ea typeface="DejaVu Sans"/>
                <a:cs typeface="DejaVu Sans"/>
              </a:defRPr>
            </a:lvl9pPr>
          </a:lstStyle>
          <a:p xmlns:a="http://schemas.openxmlformats.org/drawingml/2006/main">
            <a:pPr>
              <a:defRPr sz="1350" b="0">
                <a:solidFill>
                  <a:srgbClr val="435969"/>
                </a:solidFill>
                <a:latin typeface="DejaVu Sans"/>
                <a:ea typeface="DejaVu Sans"/>
                <a:cs typeface="DejaVu Sans"/>
              </a:defRPr>
            </a:pPr>
            <a:r>
              <a:rPr sz="1350" b="0">
                <a:solidFill>
                  <a:srgbClr val="435969"/>
                </a:solidFill>
                <a:latin typeface="DejaVu Sans"/>
                <a:ea typeface="DejaVu Sans"/>
                <a:cs typeface="DejaVu Sans"/>
              </a:rPr>
              <a:t>1 / 8</a:t>
            </a:r>
          </a:p>
        </p:txBody>
      </p:sp>
      <p:sp>
        <p:nvSpPr>
          <p:cNvPr id="3" name="author">
            <a:extLst xmlns:a="http://schemas.openxmlformats.org/drawingml/2006/main">
              <a:ext uri="{FF2B5EF4-FFF2-40B4-BE49-F238E27FC236}">
                <a16:creationId xmlns:a16="http://schemas.microsoft.com/office/drawing/2014/main" id="{F60BD3D4-49B8-4F75-8BFD-176B3FA4F384}"/>
              </a:ext>
            </a:extLst>
          </p:cNvPr>
          <p:cNvSpPr>
            <a:spLocks xmlns:a="http://schemas.openxmlformats.org/drawingml/2006/main" noGrp="1"/>
          </p:cNvSpPr>
          <p:nvPr/>
        </p:nvSpPr>
        <p:spPr>
          <a:xfrm xmlns:a="http://schemas.openxmlformats.org/drawingml/2006/main">
            <a:off x="609600" y="145732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435969"/>
                </a:solidFill>
                <a:latin typeface="DejaVu Sans"/>
                <a:ea typeface="DejaVu Sans"/>
                <a:cs typeface="DejaVu Sans"/>
              </a:defRPr>
            </a:defPPr>
            <a:lvl1pPr>
              <a:defRPr sz="1875" b="0">
                <a:solidFill>
                  <a:srgbClr val="435969"/>
                </a:solidFill>
                <a:latin typeface="DejaVu Sans"/>
                <a:ea typeface="DejaVu Sans"/>
                <a:cs typeface="DejaVu Sans"/>
              </a:defRPr>
            </a:lvl1pPr>
            <a:lvl2pPr>
              <a:defRPr sz="1875" b="0">
                <a:solidFill>
                  <a:srgbClr val="435969"/>
                </a:solidFill>
                <a:latin typeface="DejaVu Sans"/>
                <a:ea typeface="DejaVu Sans"/>
                <a:cs typeface="DejaVu Sans"/>
              </a:defRPr>
            </a:lvl2pPr>
            <a:lvl3pPr>
              <a:defRPr sz="1875" b="0">
                <a:solidFill>
                  <a:srgbClr val="435969"/>
                </a:solidFill>
                <a:latin typeface="DejaVu Sans"/>
                <a:ea typeface="DejaVu Sans"/>
                <a:cs typeface="DejaVu Sans"/>
              </a:defRPr>
            </a:lvl3pPr>
            <a:lvl4pPr>
              <a:defRPr sz="1875" b="0">
                <a:solidFill>
                  <a:srgbClr val="435969"/>
                </a:solidFill>
                <a:latin typeface="DejaVu Sans"/>
                <a:ea typeface="DejaVu Sans"/>
                <a:cs typeface="DejaVu Sans"/>
              </a:defRPr>
            </a:lvl4pPr>
            <a:lvl5pPr>
              <a:defRPr sz="1875" b="0">
                <a:solidFill>
                  <a:srgbClr val="435969"/>
                </a:solidFill>
                <a:latin typeface="DejaVu Sans"/>
                <a:ea typeface="DejaVu Sans"/>
                <a:cs typeface="DejaVu Sans"/>
              </a:defRPr>
            </a:lvl5pPr>
            <a:lvl6pPr>
              <a:defRPr sz="1875" b="0">
                <a:solidFill>
                  <a:srgbClr val="435969"/>
                </a:solidFill>
                <a:latin typeface="DejaVu Sans"/>
                <a:ea typeface="DejaVu Sans"/>
                <a:cs typeface="DejaVu Sans"/>
              </a:defRPr>
            </a:lvl6pPr>
            <a:lvl7pPr>
              <a:defRPr sz="1875" b="0">
                <a:solidFill>
                  <a:srgbClr val="435969"/>
                </a:solidFill>
                <a:latin typeface="DejaVu Sans"/>
                <a:ea typeface="DejaVu Sans"/>
                <a:cs typeface="DejaVu Sans"/>
              </a:defRPr>
            </a:lvl7pPr>
            <a:lvl8pPr>
              <a:defRPr sz="1875" b="0">
                <a:solidFill>
                  <a:srgbClr val="435969"/>
                </a:solidFill>
                <a:latin typeface="DejaVu Sans"/>
                <a:ea typeface="DejaVu Sans"/>
                <a:cs typeface="DejaVu Sans"/>
              </a:defRPr>
            </a:lvl8pPr>
            <a:lvl9pPr>
              <a:defRPr sz="1875" b="0">
                <a:solidFill>
                  <a:srgbClr val="435969"/>
                </a:solidFill>
                <a:latin typeface="DejaVu Sans"/>
                <a:ea typeface="DejaVu Sans"/>
                <a:cs typeface="DejaVu Sans"/>
              </a:defRPr>
            </a:lvl9pPr>
          </a:lstStyle>
          <a:p xmlns:a="http://schemas.openxmlformats.org/drawingml/2006/main">
            <a:pPr>
              <a:defRPr sz="1875" b="0">
                <a:solidFill>
                  <a:srgbClr val="435969"/>
                </a:solidFill>
                <a:latin typeface="DejaVu Sans"/>
                <a:ea typeface="DejaVu Sans"/>
                <a:cs typeface="DejaVu Sans"/>
              </a:defRPr>
            </a:pPr>
            <a:r>
              <a:rPr sz="1875" b="0">
                <a:solidFill>
                  <a:srgbClr val="435969"/>
                </a:solidFill>
                <a:latin typeface="DejaVu Sans"/>
                <a:ea typeface="DejaVu Sans"/>
                <a:cs typeface="DejaVu Sans"/>
              </a:rPr>
              <a:t>Renato Jacinto · EGN 321 · Assignment 8.2</a:t>
            </a:r>
          </a:p>
        </p:txBody>
      </p:sp>
      <p:graphicFrame>
        <p:nvGraphicFramePr>
          <p:cNvPr id="4" name="">
            <a:extLst xmlns:a="http://schemas.openxmlformats.org/drawingml/2006/main">
              <a:ext uri="{FF2B5EF4-FFF2-40B4-BE49-F238E27FC236}">
                <a16:creationId xmlns:a16="http://schemas.microsoft.com/office/drawing/2014/main" id="{804BAE79-3295-4E52-AB0E-21F0734A99D1}"/>
              </a:ext>
            </a:extLst>
          </p:cNvPr>
          <p:cNvGraphicFramePr/>
          <p:nvPr/>
        </p:nvGraphicFramePr>
        <p:xfrm>
          <a:off xmlns:a="http://schemas.openxmlformats.org/drawingml/2006/main" x="609600" y="2171700"/>
          <a:ext xmlns:a="http://schemas.openxmlformats.org/drawingml/2006/main" cx="10972800" cy="3048000"/>
        </p:xfrm>
        <a:graphic xmlns:a="http://schemas.openxmlformats.org/drawingml/2006/main">
          <a:graphicData uri="http://schemas.openxmlformats.org/drawingml/2006/table">
            <a:tbl>
              <a:tblPr/>
              <a:tblGrid>
                <a:gridCol w="4000500"/>
                <a:gridCol w="6972300"/>
              </a:tblGrid>
              <a:tr h="762000">
                <a:tc>
                  <a:txBody>
                    <a:bodyPr/>
                    <a:lstStyle/>
                    <a:p>
                      <a:r>
                        <a:rPr sz="1800" b="1">
                          <a:solidFill>
                            <a:srgbClr val="FFFFFF"/>
                          </a:solidFill>
                          <a:latin typeface="DejaVu Sans"/>
                          <a:ea typeface="DejaVu Sans"/>
                          <a:cs typeface="DejaVu Sans"/>
                        </a:rPr>
                        <a:t>Original input</a:t>
                      </a:r>
                    </a:p>
                  </a:txBody>
                  <a:tcPr marL="91440" marR="91440" marT="45720" marB="45720">
                    <a:solidFill>
                      <a:srgbClr val="142C3B"/>
                    </a:solidFill>
                  </a:tcPr>
                </a:tc>
                <a:tc>
                  <a:txBody>
                    <a:bodyPr/>
                    <a:lstStyle/>
                    <a:p>
                      <a:r>
                        <a:rPr sz="1800" b="1">
                          <a:solidFill>
                            <a:srgbClr val="FFFFFF"/>
                          </a:solidFill>
                          <a:latin typeface="DejaVu Sans"/>
                          <a:ea typeface="DejaVu Sans"/>
                          <a:cs typeface="DejaVu Sans"/>
                        </a:rPr>
                        <a:t>R-101, Tank Fill row 6</a:t>
                      </a:r>
                    </a:p>
                  </a:txBody>
                  <a:tcPr marL="91440" marR="91440" marT="45720" marB="45720">
                    <a:solidFill>
                      <a:srgbClr val="142C3B"/>
                    </a:solidFill>
                  </a:tcPr>
                </a:tc>
              </a:tr>
              <a:tr h="762000">
                <a:tc>
                  <a:txBody>
                    <a:bodyPr/>
                    <a:lstStyle/>
                    <a:p>
                      <a:r>
                        <a:rPr sz="1800" b="0">
                          <a:solidFill>
                            <a:srgbClr val="142C3B"/>
                          </a:solidFill>
                          <a:latin typeface="DejaVu Sans"/>
                          <a:ea typeface="DejaVu Sans"/>
                          <a:cs typeface="DejaVu Sans"/>
                        </a:rPr>
                        <a:t>Length and width</a:t>
                      </a:r>
                    </a:p>
                  </a:txBody>
                  <a:tcPr marL="91440" marR="91440" marT="45720" marB="45720">
                    <a:solidFill>
                      <a:srgbClr val="FFFFFF"/>
                    </a:solidFill>
                  </a:tcPr>
                </a:tc>
                <a:tc>
                  <a:txBody>
                    <a:bodyPr/>
                    <a:lstStyle/>
                    <a:p>
                      <a:r>
                        <a:rPr sz="1800" b="0">
                          <a:solidFill>
                            <a:srgbClr val="142C3B"/>
                          </a:solidFill>
                          <a:latin typeface="DejaVu Sans"/>
                          <a:ea typeface="DejaVu Sans"/>
                          <a:cs typeface="DejaVu Sans"/>
                        </a:rPr>
                        <a:t>10 ft × 6 ft</a:t>
                      </a:r>
                    </a:p>
                  </a:txBody>
                  <a:tcPr marL="91440" marR="91440" marT="45720" marB="45720">
                    <a:solidFill>
                      <a:srgbClr val="FFFFFF"/>
                    </a:solidFill>
                  </a:tcPr>
                </a:tc>
              </a:tr>
              <a:tr h="762000">
                <a:tc>
                  <a:txBody>
                    <a:bodyPr/>
                    <a:lstStyle/>
                    <a:p>
                      <a:r>
                        <a:rPr sz="1800" b="0">
                          <a:solidFill>
                            <a:srgbClr val="142C3B"/>
                          </a:solidFill>
                          <a:latin typeface="DejaVu Sans"/>
                          <a:ea typeface="DejaVu Sans"/>
                          <a:cs typeface="DejaVu Sans"/>
                        </a:rPr>
                        <a:t>Fill depth</a:t>
                      </a:r>
                    </a:p>
                  </a:txBody>
                  <a:tcPr marL="91440" marR="91440" marT="45720" marB="45720">
                    <a:solidFill>
                      <a:srgbClr val="F7F5F0"/>
                    </a:solidFill>
                  </a:tcPr>
                </a:tc>
                <a:tc>
                  <a:txBody>
                    <a:bodyPr/>
                    <a:lstStyle/>
                    <a:p>
                      <a:r>
                        <a:rPr sz="1800" b="0">
                          <a:solidFill>
                            <a:srgbClr val="142C3B"/>
                          </a:solidFill>
                          <a:latin typeface="DejaVu Sans"/>
                          <a:ea typeface="DejaVu Sans"/>
                          <a:cs typeface="DejaVu Sans"/>
                        </a:rPr>
                        <a:t>8 in = 0.666667 ft</a:t>
                      </a:r>
                    </a:p>
                  </a:txBody>
                  <a:tcPr marL="91440" marR="91440" marT="45720" marB="45720">
                    <a:solidFill>
                      <a:srgbClr val="F7F5F0"/>
                    </a:solidFill>
                  </a:tcPr>
                </a:tc>
              </a:tr>
              <a:tr h="762000">
                <a:tc>
                  <a:txBody>
                    <a:bodyPr/>
                    <a:lstStyle/>
                    <a:p>
                      <a:r>
                        <a:rPr sz="1800" b="0">
                          <a:solidFill>
                            <a:srgbClr val="142C3B"/>
                          </a:solidFill>
                          <a:latin typeface="DejaVu Sans"/>
                          <a:ea typeface="DejaVu Sans"/>
                          <a:cs typeface="DejaVu Sans"/>
                        </a:rPr>
                        <a:t>Calculated volume</a:t>
                      </a:r>
                    </a:p>
                  </a:txBody>
                  <a:tcPr marL="91440" marR="91440" marT="45720" marB="45720">
                    <a:solidFill>
                      <a:srgbClr val="FFFFFF"/>
                    </a:solidFill>
                  </a:tcPr>
                </a:tc>
                <a:tc>
                  <a:txBody>
                    <a:bodyPr/>
                    <a:lstStyle/>
                    <a:p>
                      <a:r>
                        <a:rPr sz="1800" b="0">
                          <a:solidFill>
                            <a:srgbClr val="142C3B"/>
                          </a:solidFill>
                          <a:latin typeface="DejaVu Sans"/>
                          <a:ea typeface="DejaVu Sans"/>
                          <a:cs typeface="DejaVu Sans"/>
                        </a:rPr>
                        <a:t>40 ft³ = 299.2208 US gal</a:t>
                      </a:r>
                    </a:p>
                  </a:txBody>
                  <a:tcPr marL="91440" marR="91440" marT="45720" marB="45720">
                    <a:solidFill>
                      <a:srgbClr val="FFFFFF"/>
                    </a:solidFill>
                  </a:tcPr>
                </a:tc>
              </a:tr>
            </a:tbl>
          </a:graphicData>
        </a:graphic>
      </p:graphicFrame>
      <p:sp>
        <p:nvSpPr>
          <p:cNvPr id="5" name="source">
            <a:extLst xmlns:a="http://schemas.openxmlformats.org/drawingml/2006/main">
              <a:ext uri="{FF2B5EF4-FFF2-40B4-BE49-F238E27FC236}">
                <a16:creationId xmlns:a16="http://schemas.microsoft.com/office/drawing/2014/main" id="{D0CD4629-0F3D-4BB0-BC54-0B04AE90DBB1}"/>
              </a:ext>
            </a:extLst>
          </p:cNvPr>
          <p:cNvSpPr>
            <a:spLocks xmlns:a="http://schemas.openxmlformats.org/drawingml/2006/main" noGrp="1"/>
          </p:cNvSpPr>
          <p:nvPr/>
        </p:nvSpPr>
        <p:spPr>
          <a:xfrm xmlns:a="http://schemas.openxmlformats.org/drawingml/2006/main">
            <a:off x="609600" y="561975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36C68"/>
                </a:solidFill>
                <a:latin typeface="DejaVu Sans"/>
                <a:ea typeface="DejaVu Sans"/>
                <a:cs typeface="DejaVu Sans"/>
              </a:defRPr>
            </a:defPPr>
            <a:lvl1pPr>
              <a:defRPr sz="1875" b="0">
                <a:solidFill>
                  <a:srgbClr val="136C68"/>
                </a:solidFill>
                <a:latin typeface="DejaVu Sans"/>
                <a:ea typeface="DejaVu Sans"/>
                <a:cs typeface="DejaVu Sans"/>
              </a:defRPr>
            </a:lvl1pPr>
            <a:lvl2pPr>
              <a:defRPr sz="1875" b="0">
                <a:solidFill>
                  <a:srgbClr val="136C68"/>
                </a:solidFill>
                <a:latin typeface="DejaVu Sans"/>
                <a:ea typeface="DejaVu Sans"/>
                <a:cs typeface="DejaVu Sans"/>
              </a:defRPr>
            </a:lvl2pPr>
            <a:lvl3pPr>
              <a:defRPr sz="1875" b="0">
                <a:solidFill>
                  <a:srgbClr val="136C68"/>
                </a:solidFill>
                <a:latin typeface="DejaVu Sans"/>
                <a:ea typeface="DejaVu Sans"/>
                <a:cs typeface="DejaVu Sans"/>
              </a:defRPr>
            </a:lvl3pPr>
            <a:lvl4pPr>
              <a:defRPr sz="1875" b="0">
                <a:solidFill>
                  <a:srgbClr val="136C68"/>
                </a:solidFill>
                <a:latin typeface="DejaVu Sans"/>
                <a:ea typeface="DejaVu Sans"/>
                <a:cs typeface="DejaVu Sans"/>
              </a:defRPr>
            </a:lvl4pPr>
            <a:lvl5pPr>
              <a:defRPr sz="1875" b="0">
                <a:solidFill>
                  <a:srgbClr val="136C68"/>
                </a:solidFill>
                <a:latin typeface="DejaVu Sans"/>
                <a:ea typeface="DejaVu Sans"/>
                <a:cs typeface="DejaVu Sans"/>
              </a:defRPr>
            </a:lvl5pPr>
            <a:lvl6pPr>
              <a:defRPr sz="1875" b="0">
                <a:solidFill>
                  <a:srgbClr val="136C68"/>
                </a:solidFill>
                <a:latin typeface="DejaVu Sans"/>
                <a:ea typeface="DejaVu Sans"/>
                <a:cs typeface="DejaVu Sans"/>
              </a:defRPr>
            </a:lvl6pPr>
            <a:lvl7pPr>
              <a:defRPr sz="1875" b="0">
                <a:solidFill>
                  <a:srgbClr val="136C68"/>
                </a:solidFill>
                <a:latin typeface="DejaVu Sans"/>
                <a:ea typeface="DejaVu Sans"/>
                <a:cs typeface="DejaVu Sans"/>
              </a:defRPr>
            </a:lvl7pPr>
            <a:lvl8pPr>
              <a:defRPr sz="1875" b="0">
                <a:solidFill>
                  <a:srgbClr val="136C68"/>
                </a:solidFill>
                <a:latin typeface="DejaVu Sans"/>
                <a:ea typeface="DejaVu Sans"/>
                <a:cs typeface="DejaVu Sans"/>
              </a:defRPr>
            </a:lvl8pPr>
            <a:lvl9pPr>
              <a:defRPr sz="1875" b="0">
                <a:solidFill>
                  <a:srgbClr val="136C68"/>
                </a:solidFill>
                <a:latin typeface="DejaVu Sans"/>
                <a:ea typeface="DejaVu Sans"/>
                <a:cs typeface="DejaVu Sans"/>
              </a:defRPr>
            </a:lvl9pPr>
          </a:lstStyle>
          <a:p xmlns:a="http://schemas.openxmlformats.org/drawingml/2006/main">
            <a:pPr>
              <a:defRPr sz="1875" b="0">
                <a:solidFill>
                  <a:srgbClr val="136C68"/>
                </a:solidFill>
                <a:latin typeface="DejaVu Sans"/>
                <a:ea typeface="DejaVu Sans"/>
                <a:cs typeface="DejaVu Sans"/>
              </a:defRPr>
            </a:pPr>
            <a:r>
              <a:rPr sz="1875" b="0">
                <a:solidFill>
                  <a:srgbClr val="136C68"/>
                </a:solidFill>
                <a:latin typeface="DejaVu Sans"/>
                <a:ea typeface="DejaVu Sans"/>
                <a:cs typeface="DejaVu Sans"/>
              </a:rPr>
              <a:t>Original artifact: TANK_FILL_rev4.xlsx</a:t>
            </a:r>
          </a:p>
        </p:txBody>
      </p:sp>
    </p:spTree>
    <p:extLst>
      <p:ext uri="{BB962C8B-B14F-4D97-AF65-F5344CB8AC3E}">
        <p14:creationId xmlns:p14="http://schemas.microsoft.com/office/powerpoint/2010/main" val="1412630595"/>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EE10563-7476-46E2-BE26-CCB9D41368EA}"/>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C3B"/>
                </a:solidFill>
                <a:latin typeface="DejaVu Sans"/>
                <a:ea typeface="DejaVu Sans"/>
                <a:cs typeface="DejaVu Sans"/>
              </a:defRPr>
            </a:defPPr>
            <a:lvl1pPr>
              <a:defRPr sz="3300" b="1">
                <a:solidFill>
                  <a:srgbClr val="142C3B"/>
                </a:solidFill>
                <a:latin typeface="DejaVu Sans"/>
                <a:ea typeface="DejaVu Sans"/>
                <a:cs typeface="DejaVu Sans"/>
              </a:defRPr>
            </a:lvl1pPr>
            <a:lvl2pPr>
              <a:defRPr sz="3300" b="1">
                <a:solidFill>
                  <a:srgbClr val="142C3B"/>
                </a:solidFill>
                <a:latin typeface="DejaVu Sans"/>
                <a:ea typeface="DejaVu Sans"/>
                <a:cs typeface="DejaVu Sans"/>
              </a:defRPr>
            </a:lvl2pPr>
            <a:lvl3pPr>
              <a:defRPr sz="3300" b="1">
                <a:solidFill>
                  <a:srgbClr val="142C3B"/>
                </a:solidFill>
                <a:latin typeface="DejaVu Sans"/>
                <a:ea typeface="DejaVu Sans"/>
                <a:cs typeface="DejaVu Sans"/>
              </a:defRPr>
            </a:lvl3pPr>
            <a:lvl4pPr>
              <a:defRPr sz="3300" b="1">
                <a:solidFill>
                  <a:srgbClr val="142C3B"/>
                </a:solidFill>
                <a:latin typeface="DejaVu Sans"/>
                <a:ea typeface="DejaVu Sans"/>
                <a:cs typeface="DejaVu Sans"/>
              </a:defRPr>
            </a:lvl4pPr>
            <a:lvl5pPr>
              <a:defRPr sz="3300" b="1">
                <a:solidFill>
                  <a:srgbClr val="142C3B"/>
                </a:solidFill>
                <a:latin typeface="DejaVu Sans"/>
                <a:ea typeface="DejaVu Sans"/>
                <a:cs typeface="DejaVu Sans"/>
              </a:defRPr>
            </a:lvl5pPr>
            <a:lvl6pPr>
              <a:defRPr sz="3300" b="1">
                <a:solidFill>
                  <a:srgbClr val="142C3B"/>
                </a:solidFill>
                <a:latin typeface="DejaVu Sans"/>
                <a:ea typeface="DejaVu Sans"/>
                <a:cs typeface="DejaVu Sans"/>
              </a:defRPr>
            </a:lvl6pPr>
            <a:lvl7pPr>
              <a:defRPr sz="3300" b="1">
                <a:solidFill>
                  <a:srgbClr val="142C3B"/>
                </a:solidFill>
                <a:latin typeface="DejaVu Sans"/>
                <a:ea typeface="DejaVu Sans"/>
                <a:cs typeface="DejaVu Sans"/>
              </a:defRPr>
            </a:lvl7pPr>
            <a:lvl8pPr>
              <a:defRPr sz="3300" b="1">
                <a:solidFill>
                  <a:srgbClr val="142C3B"/>
                </a:solidFill>
                <a:latin typeface="DejaVu Sans"/>
                <a:ea typeface="DejaVu Sans"/>
                <a:cs typeface="DejaVu Sans"/>
              </a:defRPr>
            </a:lvl8pPr>
            <a:lvl9pPr>
              <a:defRPr sz="3300" b="1">
                <a:solidFill>
                  <a:srgbClr val="142C3B"/>
                </a:solidFill>
                <a:latin typeface="DejaVu Sans"/>
                <a:ea typeface="DejaVu Sans"/>
                <a:cs typeface="DejaVu Sans"/>
              </a:defRPr>
            </a:lvl9pPr>
          </a:lstStyle>
          <a:p xmlns:a="http://schemas.openxmlformats.org/drawingml/2006/main">
            <a:pPr>
              <a:defRPr sz="3300" b="1">
                <a:solidFill>
                  <a:srgbClr val="142C3B"/>
                </a:solidFill>
                <a:latin typeface="DejaVu Sans"/>
                <a:ea typeface="DejaVu Sans"/>
                <a:cs typeface="DejaVu Sans"/>
              </a:defRPr>
            </a:pPr>
            <a:r>
              <a:rPr sz="3300" b="1">
                <a:solidFill>
                  <a:srgbClr val="142C3B"/>
                </a:solidFill>
                <a:latin typeface="DejaVu Sans"/>
                <a:ea typeface="DejaVu Sans"/>
                <a:cs typeface="DejaVu Sans"/>
              </a:rPr>
              <a:t>The workbook risks</a:t>
            </a:r>
          </a:p>
        </p:txBody>
      </p:sp>
      <p:sp>
        <p:nvSpPr>
          <p:cNvPr id="2" name="page">
            <a:extLst xmlns:a="http://schemas.openxmlformats.org/drawingml/2006/main">
              <a:ext uri="{FF2B5EF4-FFF2-40B4-BE49-F238E27FC236}">
                <a16:creationId xmlns:a16="http://schemas.microsoft.com/office/drawing/2014/main" id="{B0149572-A5FC-4D3B-BBC6-ED45B38BD76D}"/>
              </a:ext>
            </a:extLst>
          </p:cNvPr>
          <p:cNvSpPr>
            <a:spLocks xmlns:a="http://schemas.openxmlformats.org/drawingml/2006/main" noGrp="1"/>
          </p:cNvSpPr>
          <p:nvPr/>
        </p:nvSpPr>
        <p:spPr>
          <a:xfrm xmlns:a="http://schemas.openxmlformats.org/drawingml/2006/main">
            <a:off x="10668000" y="633412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35969"/>
                </a:solidFill>
                <a:latin typeface="DejaVu Sans"/>
                <a:ea typeface="DejaVu Sans"/>
                <a:cs typeface="DejaVu Sans"/>
              </a:defRPr>
            </a:defPPr>
            <a:lvl1pPr>
              <a:defRPr sz="1350" b="0">
                <a:solidFill>
                  <a:srgbClr val="435969"/>
                </a:solidFill>
                <a:latin typeface="DejaVu Sans"/>
                <a:ea typeface="DejaVu Sans"/>
                <a:cs typeface="DejaVu Sans"/>
              </a:defRPr>
            </a:lvl1pPr>
            <a:lvl2pPr>
              <a:defRPr sz="1350" b="0">
                <a:solidFill>
                  <a:srgbClr val="435969"/>
                </a:solidFill>
                <a:latin typeface="DejaVu Sans"/>
                <a:ea typeface="DejaVu Sans"/>
                <a:cs typeface="DejaVu Sans"/>
              </a:defRPr>
            </a:lvl2pPr>
            <a:lvl3pPr>
              <a:defRPr sz="1350" b="0">
                <a:solidFill>
                  <a:srgbClr val="435969"/>
                </a:solidFill>
                <a:latin typeface="DejaVu Sans"/>
                <a:ea typeface="DejaVu Sans"/>
                <a:cs typeface="DejaVu Sans"/>
              </a:defRPr>
            </a:lvl3pPr>
            <a:lvl4pPr>
              <a:defRPr sz="1350" b="0">
                <a:solidFill>
                  <a:srgbClr val="435969"/>
                </a:solidFill>
                <a:latin typeface="DejaVu Sans"/>
                <a:ea typeface="DejaVu Sans"/>
                <a:cs typeface="DejaVu Sans"/>
              </a:defRPr>
            </a:lvl4pPr>
            <a:lvl5pPr>
              <a:defRPr sz="1350" b="0">
                <a:solidFill>
                  <a:srgbClr val="435969"/>
                </a:solidFill>
                <a:latin typeface="DejaVu Sans"/>
                <a:ea typeface="DejaVu Sans"/>
                <a:cs typeface="DejaVu Sans"/>
              </a:defRPr>
            </a:lvl5pPr>
            <a:lvl6pPr>
              <a:defRPr sz="1350" b="0">
                <a:solidFill>
                  <a:srgbClr val="435969"/>
                </a:solidFill>
                <a:latin typeface="DejaVu Sans"/>
                <a:ea typeface="DejaVu Sans"/>
                <a:cs typeface="DejaVu Sans"/>
              </a:defRPr>
            </a:lvl6pPr>
            <a:lvl7pPr>
              <a:defRPr sz="1350" b="0">
                <a:solidFill>
                  <a:srgbClr val="435969"/>
                </a:solidFill>
                <a:latin typeface="DejaVu Sans"/>
                <a:ea typeface="DejaVu Sans"/>
                <a:cs typeface="DejaVu Sans"/>
              </a:defRPr>
            </a:lvl7pPr>
            <a:lvl8pPr>
              <a:defRPr sz="1350" b="0">
                <a:solidFill>
                  <a:srgbClr val="435969"/>
                </a:solidFill>
                <a:latin typeface="DejaVu Sans"/>
                <a:ea typeface="DejaVu Sans"/>
                <a:cs typeface="DejaVu Sans"/>
              </a:defRPr>
            </a:lvl8pPr>
            <a:lvl9pPr>
              <a:defRPr sz="1350" b="0">
                <a:solidFill>
                  <a:srgbClr val="435969"/>
                </a:solidFill>
                <a:latin typeface="DejaVu Sans"/>
                <a:ea typeface="DejaVu Sans"/>
                <a:cs typeface="DejaVu Sans"/>
              </a:defRPr>
            </a:lvl9pPr>
          </a:lstStyle>
          <a:p xmlns:a="http://schemas.openxmlformats.org/drawingml/2006/main">
            <a:pPr>
              <a:defRPr sz="1350" b="0">
                <a:solidFill>
                  <a:srgbClr val="435969"/>
                </a:solidFill>
                <a:latin typeface="DejaVu Sans"/>
                <a:ea typeface="DejaVu Sans"/>
                <a:cs typeface="DejaVu Sans"/>
              </a:defRPr>
            </a:pPr>
            <a:r>
              <a:rPr sz="1350" b="0">
                <a:solidFill>
                  <a:srgbClr val="435969"/>
                </a:solidFill>
                <a:latin typeface="DejaVu Sans"/>
                <a:ea typeface="DejaVu Sans"/>
                <a:cs typeface="DejaVu Sans"/>
              </a:rPr>
              <a:t>2 / 8</a:t>
            </a:r>
          </a:p>
        </p:txBody>
      </p:sp>
      <p:graphicFrame>
        <p:nvGraphicFramePr>
          <p:cNvPr id="3" name="">
            <a:extLst xmlns:a="http://schemas.openxmlformats.org/drawingml/2006/main">
              <a:ext uri="{FF2B5EF4-FFF2-40B4-BE49-F238E27FC236}">
                <a16:creationId xmlns:a16="http://schemas.microsoft.com/office/drawing/2014/main" id="{0615D9DC-4BDC-440B-B39A-A7F28C8B5116}"/>
              </a:ext>
            </a:extLst>
          </p:cNvPr>
          <p:cNvGraphicFramePr/>
          <p:nvPr/>
        </p:nvGraphicFramePr>
        <p:xfrm>
          <a:off xmlns:a="http://schemas.openxmlformats.org/drawingml/2006/main" x="609600" y="1809750"/>
          <a:ext xmlns:a="http://schemas.openxmlformats.org/drawingml/2006/main" cx="10972800" cy="3476625"/>
        </p:xfrm>
        <a:graphic xmlns:a="http://schemas.openxmlformats.org/drawingml/2006/main">
          <a:graphicData uri="http://schemas.openxmlformats.org/drawingml/2006/table">
            <a:tbl>
              <a:tblPr/>
              <a:tblGrid>
                <a:gridCol w="5095875"/>
                <a:gridCol w="5876925"/>
              </a:tblGrid>
              <a:tr h="869156">
                <a:tc>
                  <a:txBody>
                    <a:bodyPr/>
                    <a:lstStyle/>
                    <a:p>
                      <a:r>
                        <a:rPr sz="1800" b="1">
                          <a:solidFill>
                            <a:srgbClr val="FFFFFF"/>
                          </a:solidFill>
                          <a:latin typeface="DejaVu Sans"/>
                          <a:ea typeface="DejaVu Sans"/>
                          <a:cs typeface="DejaVu Sans"/>
                        </a:rPr>
                        <a:t>Finding</a:t>
                      </a:r>
                    </a:p>
                  </a:txBody>
                  <a:tcPr marL="91440" marR="91440" marT="45720" marB="45720">
                    <a:solidFill>
                      <a:srgbClr val="142C3B"/>
                    </a:solidFill>
                  </a:tcPr>
                </a:tc>
                <a:tc>
                  <a:txBody>
                    <a:bodyPr/>
                    <a:lstStyle/>
                    <a:p>
                      <a:r>
                        <a:rPr sz="1800" b="1">
                          <a:solidFill>
                            <a:srgbClr val="FFFFFF"/>
                          </a:solidFill>
                          <a:latin typeface="DejaVu Sans"/>
                          <a:ea typeface="DejaVu Sans"/>
                          <a:cs typeface="DejaVu Sans"/>
                        </a:rPr>
                        <a:t>Engineering consequence</a:t>
                      </a:r>
                    </a:p>
                  </a:txBody>
                  <a:tcPr marL="91440" marR="91440" marT="45720" marB="45720">
                    <a:solidFill>
                      <a:srgbClr val="142C3B"/>
                    </a:solidFill>
                  </a:tcPr>
                </a:tc>
              </a:tr>
              <a:tr h="869156">
                <a:tc>
                  <a:txBody>
                    <a:bodyPr/>
                    <a:lstStyle/>
                    <a:p>
                      <a:r>
                        <a:rPr sz="1800" b="0">
                          <a:solidFill>
                            <a:srgbClr val="142C3B"/>
                          </a:solidFill>
                          <a:latin typeface="DejaVu Sans"/>
                          <a:ea typeface="DejaVu Sans"/>
                          <a:cs typeface="DejaVu Sans"/>
                        </a:rPr>
                        <a:t>R-108: 2.5 ft recorded as 2.5 in</a:t>
                      </a:r>
                    </a:p>
                  </a:txBody>
                  <a:tcPr marL="91440" marR="91440" marT="45720" marB="45720">
                    <a:solidFill>
                      <a:srgbClr val="FFFFFF"/>
                    </a:solidFill>
                  </a:tcPr>
                </a:tc>
                <a:tc>
                  <a:txBody>
                    <a:bodyPr/>
                    <a:lstStyle/>
                    <a:p>
                      <a:r>
                        <a:rPr sz="1800" b="0">
                          <a:solidFill>
                            <a:srgbClr val="142C3B"/>
                          </a:solidFill>
                          <a:latin typeface="DejaVu Sans"/>
                          <a:ea typeface="DejaVu Sans"/>
                          <a:cs typeface="DejaVu Sans"/>
                        </a:rPr>
                        <a:t>93.5065 versus 1122.0780 US gal</a:t>
                      </a:r>
                    </a:p>
                  </a:txBody>
                  <a:tcPr marL="91440" marR="91440" marT="45720" marB="45720">
                    <a:solidFill>
                      <a:srgbClr val="FFFFFF"/>
                    </a:solidFill>
                  </a:tcPr>
                </a:tc>
              </a:tr>
              <a:tr h="869156">
                <a:tc>
                  <a:txBody>
                    <a:bodyPr/>
                    <a:lstStyle/>
                    <a:p>
                      <a:r>
                        <a:rPr sz="1800" b="0">
                          <a:solidFill>
                            <a:srgbClr val="142C3B"/>
                          </a:solidFill>
                          <a:latin typeface="DejaVu Sans"/>
                          <a:ea typeface="DejaVu Sans"/>
                          <a:cs typeface="DejaVu Sans"/>
                        </a:rPr>
                        <a:t>G25 sums G6:G17</a:t>
                      </a:r>
                    </a:p>
                  </a:txBody>
                  <a:tcPr marL="91440" marR="91440" marT="45720" marB="45720">
                    <a:solidFill>
                      <a:srgbClr val="F7F5F0"/>
                    </a:solidFill>
                  </a:tcPr>
                </a:tc>
                <a:tc>
                  <a:txBody>
                    <a:bodyPr/>
                    <a:lstStyle/>
                    <a:p>
                      <a:r>
                        <a:rPr sz="1800" b="0">
                          <a:solidFill>
                            <a:srgbClr val="142C3B"/>
                          </a:solidFill>
                          <a:latin typeface="DejaVu Sans"/>
                          <a:ea typeface="DejaVu Sans"/>
                          <a:cs typeface="DejaVu Sans"/>
                        </a:rPr>
                        <a:t>Six of the 18 runs are omitted</a:t>
                      </a:r>
                    </a:p>
                  </a:txBody>
                  <a:tcPr marL="91440" marR="91440" marT="45720" marB="45720">
                    <a:solidFill>
                      <a:srgbClr val="F7F5F0"/>
                    </a:solidFill>
                  </a:tcPr>
                </a:tc>
              </a:tr>
              <a:tr h="869156">
                <a:tc>
                  <a:txBody>
                    <a:bodyPr/>
                    <a:lstStyle/>
                    <a:p>
                      <a:r>
                        <a:rPr sz="1800" b="0">
                          <a:solidFill>
                            <a:srgbClr val="142C3B"/>
                          </a:solidFill>
                          <a:latin typeface="DejaVu Sans"/>
                          <a:ea typeface="DejaVu Sans"/>
                          <a:cs typeface="DejaVu Sans"/>
                        </a:rPr>
                        <a:t>Conversion literals repeat in formulas</a:t>
                      </a:r>
                    </a:p>
                  </a:txBody>
                  <a:tcPr marL="91440" marR="91440" marT="45720" marB="45720">
                    <a:solidFill>
                      <a:srgbClr val="FFFFFF"/>
                    </a:solidFill>
                  </a:tcPr>
                </a:tc>
                <a:tc>
                  <a:txBody>
                    <a:bodyPr/>
                    <a:lstStyle/>
                    <a:p>
                      <a:r>
                        <a:rPr sz="1800" b="0">
                          <a:solidFill>
                            <a:srgbClr val="142C3B"/>
                          </a:solidFill>
                          <a:latin typeface="DejaVu Sans"/>
                          <a:ea typeface="DejaVu Sans"/>
                          <a:cs typeface="DejaVu Sans"/>
                        </a:rPr>
                        <a:t>Units and assumptions are harder to audit</a:t>
                      </a:r>
                    </a:p>
                  </a:txBody>
                  <a:tcPr marL="91440" marR="91440" marT="45720" marB="45720">
                    <a:solidFill>
                      <a:srgbClr val="FFFFFF"/>
                    </a:solidFill>
                  </a:tcPr>
                </a:tc>
              </a:tr>
            </a:tbl>
          </a:graphicData>
        </a:graphic>
      </p:graphicFrame>
      <p:sp>
        <p:nvSpPr>
          <p:cNvPr id="4" name="remedy">
            <a:extLst xmlns:a="http://schemas.openxmlformats.org/drawingml/2006/main">
              <a:ext uri="{FF2B5EF4-FFF2-40B4-BE49-F238E27FC236}">
                <a16:creationId xmlns:a16="http://schemas.microsoft.com/office/drawing/2014/main" id="{6998795E-A18B-4980-A73D-CC436963E7E5}"/>
              </a:ext>
            </a:extLst>
          </p:cNvPr>
          <p:cNvSpPr>
            <a:spLocks xmlns:a="http://schemas.openxmlformats.org/drawingml/2006/main" noGrp="1"/>
          </p:cNvSpPr>
          <p:nvPr/>
        </p:nvSpPr>
        <p:spPr>
          <a:xfrm xmlns:a="http://schemas.openxmlformats.org/drawingml/2006/main">
            <a:off x="609600" y="56578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36C68"/>
                </a:solidFill>
                <a:latin typeface="DejaVu Sans"/>
                <a:ea typeface="DejaVu Sans"/>
                <a:cs typeface="DejaVu Sans"/>
              </a:defRPr>
            </a:defPPr>
            <a:lvl1pPr>
              <a:defRPr sz="2025" b="0">
                <a:solidFill>
                  <a:srgbClr val="136C68"/>
                </a:solidFill>
                <a:latin typeface="DejaVu Sans"/>
                <a:ea typeface="DejaVu Sans"/>
                <a:cs typeface="DejaVu Sans"/>
              </a:defRPr>
            </a:lvl1pPr>
            <a:lvl2pPr>
              <a:defRPr sz="2025" b="0">
                <a:solidFill>
                  <a:srgbClr val="136C68"/>
                </a:solidFill>
                <a:latin typeface="DejaVu Sans"/>
                <a:ea typeface="DejaVu Sans"/>
                <a:cs typeface="DejaVu Sans"/>
              </a:defRPr>
            </a:lvl2pPr>
            <a:lvl3pPr>
              <a:defRPr sz="2025" b="0">
                <a:solidFill>
                  <a:srgbClr val="136C68"/>
                </a:solidFill>
                <a:latin typeface="DejaVu Sans"/>
                <a:ea typeface="DejaVu Sans"/>
                <a:cs typeface="DejaVu Sans"/>
              </a:defRPr>
            </a:lvl3pPr>
            <a:lvl4pPr>
              <a:defRPr sz="2025" b="0">
                <a:solidFill>
                  <a:srgbClr val="136C68"/>
                </a:solidFill>
                <a:latin typeface="DejaVu Sans"/>
                <a:ea typeface="DejaVu Sans"/>
                <a:cs typeface="DejaVu Sans"/>
              </a:defRPr>
            </a:lvl4pPr>
            <a:lvl5pPr>
              <a:defRPr sz="2025" b="0">
                <a:solidFill>
                  <a:srgbClr val="136C68"/>
                </a:solidFill>
                <a:latin typeface="DejaVu Sans"/>
                <a:ea typeface="DejaVu Sans"/>
                <a:cs typeface="DejaVu Sans"/>
              </a:defRPr>
            </a:lvl5pPr>
            <a:lvl6pPr>
              <a:defRPr sz="2025" b="0">
                <a:solidFill>
                  <a:srgbClr val="136C68"/>
                </a:solidFill>
                <a:latin typeface="DejaVu Sans"/>
                <a:ea typeface="DejaVu Sans"/>
                <a:cs typeface="DejaVu Sans"/>
              </a:defRPr>
            </a:lvl6pPr>
            <a:lvl7pPr>
              <a:defRPr sz="2025" b="0">
                <a:solidFill>
                  <a:srgbClr val="136C68"/>
                </a:solidFill>
                <a:latin typeface="DejaVu Sans"/>
                <a:ea typeface="DejaVu Sans"/>
                <a:cs typeface="DejaVu Sans"/>
              </a:defRPr>
            </a:lvl7pPr>
            <a:lvl8pPr>
              <a:defRPr sz="2025" b="0">
                <a:solidFill>
                  <a:srgbClr val="136C68"/>
                </a:solidFill>
                <a:latin typeface="DejaVu Sans"/>
                <a:ea typeface="DejaVu Sans"/>
                <a:cs typeface="DejaVu Sans"/>
              </a:defRPr>
            </a:lvl8pPr>
            <a:lvl9pPr>
              <a:defRPr sz="2025" b="0">
                <a:solidFill>
                  <a:srgbClr val="136C68"/>
                </a:solidFill>
                <a:latin typeface="DejaVu Sans"/>
                <a:ea typeface="DejaVu Sans"/>
                <a:cs typeface="DejaVu Sans"/>
              </a:defRPr>
            </a:lvl9pPr>
          </a:lstStyle>
          <a:p xmlns:a="http://schemas.openxmlformats.org/drawingml/2006/main">
            <a:pPr>
              <a:defRPr sz="2025" b="0">
                <a:solidFill>
                  <a:srgbClr val="136C68"/>
                </a:solidFill>
                <a:latin typeface="DejaVu Sans"/>
                <a:ea typeface="DejaVu Sans"/>
                <a:cs typeface="DejaVu Sans"/>
              </a:defRPr>
            </a:pPr>
            <a:r>
              <a:rPr sz="2025" b="0">
                <a:solidFill>
                  <a:srgbClr val="136C68"/>
                </a:solidFill>
                <a:latin typeface="DejaVu Sans"/>
                <a:ea typeface="DejaVu Sans"/>
                <a:cs typeface="DejaVu Sans"/>
              </a:rPr>
              <a:t>Explicit depth units, named constants, and complete case comparisons</a:t>
            </a:r>
          </a:p>
        </p:txBody>
      </p:sp>
    </p:spTree>
    <p:extLst>
      <p:ext uri="{BB962C8B-B14F-4D97-AF65-F5344CB8AC3E}">
        <p14:creationId xmlns:p14="http://schemas.microsoft.com/office/powerpoint/2010/main" val="428369614"/>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DBCB67B-7F1A-48C7-BB1A-C235C29E0588}"/>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C3B"/>
                </a:solidFill>
                <a:latin typeface="DejaVu Sans"/>
                <a:ea typeface="DejaVu Sans"/>
                <a:cs typeface="DejaVu Sans"/>
              </a:defRPr>
            </a:defPPr>
            <a:lvl1pPr>
              <a:defRPr sz="3300" b="1">
                <a:solidFill>
                  <a:srgbClr val="142C3B"/>
                </a:solidFill>
                <a:latin typeface="DejaVu Sans"/>
                <a:ea typeface="DejaVu Sans"/>
                <a:cs typeface="DejaVu Sans"/>
              </a:defRPr>
            </a:lvl1pPr>
            <a:lvl2pPr>
              <a:defRPr sz="3300" b="1">
                <a:solidFill>
                  <a:srgbClr val="142C3B"/>
                </a:solidFill>
                <a:latin typeface="DejaVu Sans"/>
                <a:ea typeface="DejaVu Sans"/>
                <a:cs typeface="DejaVu Sans"/>
              </a:defRPr>
            </a:lvl2pPr>
            <a:lvl3pPr>
              <a:defRPr sz="3300" b="1">
                <a:solidFill>
                  <a:srgbClr val="142C3B"/>
                </a:solidFill>
                <a:latin typeface="DejaVu Sans"/>
                <a:ea typeface="DejaVu Sans"/>
                <a:cs typeface="DejaVu Sans"/>
              </a:defRPr>
            </a:lvl3pPr>
            <a:lvl4pPr>
              <a:defRPr sz="3300" b="1">
                <a:solidFill>
                  <a:srgbClr val="142C3B"/>
                </a:solidFill>
                <a:latin typeface="DejaVu Sans"/>
                <a:ea typeface="DejaVu Sans"/>
                <a:cs typeface="DejaVu Sans"/>
              </a:defRPr>
            </a:lvl4pPr>
            <a:lvl5pPr>
              <a:defRPr sz="3300" b="1">
                <a:solidFill>
                  <a:srgbClr val="142C3B"/>
                </a:solidFill>
                <a:latin typeface="DejaVu Sans"/>
                <a:ea typeface="DejaVu Sans"/>
                <a:cs typeface="DejaVu Sans"/>
              </a:defRPr>
            </a:lvl5pPr>
            <a:lvl6pPr>
              <a:defRPr sz="3300" b="1">
                <a:solidFill>
                  <a:srgbClr val="142C3B"/>
                </a:solidFill>
                <a:latin typeface="DejaVu Sans"/>
                <a:ea typeface="DejaVu Sans"/>
                <a:cs typeface="DejaVu Sans"/>
              </a:defRPr>
            </a:lvl6pPr>
            <a:lvl7pPr>
              <a:defRPr sz="3300" b="1">
                <a:solidFill>
                  <a:srgbClr val="142C3B"/>
                </a:solidFill>
                <a:latin typeface="DejaVu Sans"/>
                <a:ea typeface="DejaVu Sans"/>
                <a:cs typeface="DejaVu Sans"/>
              </a:defRPr>
            </a:lvl7pPr>
            <a:lvl8pPr>
              <a:defRPr sz="3300" b="1">
                <a:solidFill>
                  <a:srgbClr val="142C3B"/>
                </a:solidFill>
                <a:latin typeface="DejaVu Sans"/>
                <a:ea typeface="DejaVu Sans"/>
                <a:cs typeface="DejaVu Sans"/>
              </a:defRPr>
            </a:lvl8pPr>
            <a:lvl9pPr>
              <a:defRPr sz="3300" b="1">
                <a:solidFill>
                  <a:srgbClr val="142C3B"/>
                </a:solidFill>
                <a:latin typeface="DejaVu Sans"/>
                <a:ea typeface="DejaVu Sans"/>
                <a:cs typeface="DejaVu Sans"/>
              </a:defRPr>
            </a:lvl9pPr>
          </a:lstStyle>
          <a:p xmlns:a="http://schemas.openxmlformats.org/drawingml/2006/main">
            <a:pPr>
              <a:defRPr sz="3300" b="1">
                <a:solidFill>
                  <a:srgbClr val="142C3B"/>
                </a:solidFill>
                <a:latin typeface="DejaVu Sans"/>
                <a:ea typeface="DejaVu Sans"/>
                <a:cs typeface="DejaVu Sans"/>
              </a:defRPr>
            </a:pPr>
            <a:r>
              <a:rPr sz="3300" b="1">
                <a:solidFill>
                  <a:srgbClr val="142C3B"/>
                </a:solidFill>
                <a:latin typeface="DejaVu Sans"/>
                <a:ea typeface="DejaVu Sans"/>
                <a:cs typeface="DejaVu Sans"/>
              </a:rPr>
              <a:t>Capabilities in the final delivery</a:t>
            </a:r>
          </a:p>
        </p:txBody>
      </p:sp>
      <p:sp>
        <p:nvSpPr>
          <p:cNvPr id="2" name="page">
            <a:extLst xmlns:a="http://schemas.openxmlformats.org/drawingml/2006/main">
              <a:ext uri="{FF2B5EF4-FFF2-40B4-BE49-F238E27FC236}">
                <a16:creationId xmlns:a16="http://schemas.microsoft.com/office/drawing/2014/main" id="{2A422521-CFB3-440D-8849-7625AFB59E24}"/>
              </a:ext>
            </a:extLst>
          </p:cNvPr>
          <p:cNvSpPr>
            <a:spLocks xmlns:a="http://schemas.openxmlformats.org/drawingml/2006/main" noGrp="1"/>
          </p:cNvSpPr>
          <p:nvPr/>
        </p:nvSpPr>
        <p:spPr>
          <a:xfrm xmlns:a="http://schemas.openxmlformats.org/drawingml/2006/main">
            <a:off x="10668000" y="633412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35969"/>
                </a:solidFill>
                <a:latin typeface="DejaVu Sans"/>
                <a:ea typeface="DejaVu Sans"/>
                <a:cs typeface="DejaVu Sans"/>
              </a:defRPr>
            </a:defPPr>
            <a:lvl1pPr>
              <a:defRPr sz="1350" b="0">
                <a:solidFill>
                  <a:srgbClr val="435969"/>
                </a:solidFill>
                <a:latin typeface="DejaVu Sans"/>
                <a:ea typeface="DejaVu Sans"/>
                <a:cs typeface="DejaVu Sans"/>
              </a:defRPr>
            </a:lvl1pPr>
            <a:lvl2pPr>
              <a:defRPr sz="1350" b="0">
                <a:solidFill>
                  <a:srgbClr val="435969"/>
                </a:solidFill>
                <a:latin typeface="DejaVu Sans"/>
                <a:ea typeface="DejaVu Sans"/>
                <a:cs typeface="DejaVu Sans"/>
              </a:defRPr>
            </a:lvl2pPr>
            <a:lvl3pPr>
              <a:defRPr sz="1350" b="0">
                <a:solidFill>
                  <a:srgbClr val="435969"/>
                </a:solidFill>
                <a:latin typeface="DejaVu Sans"/>
                <a:ea typeface="DejaVu Sans"/>
                <a:cs typeface="DejaVu Sans"/>
              </a:defRPr>
            </a:lvl3pPr>
            <a:lvl4pPr>
              <a:defRPr sz="1350" b="0">
                <a:solidFill>
                  <a:srgbClr val="435969"/>
                </a:solidFill>
                <a:latin typeface="DejaVu Sans"/>
                <a:ea typeface="DejaVu Sans"/>
                <a:cs typeface="DejaVu Sans"/>
              </a:defRPr>
            </a:lvl4pPr>
            <a:lvl5pPr>
              <a:defRPr sz="1350" b="0">
                <a:solidFill>
                  <a:srgbClr val="435969"/>
                </a:solidFill>
                <a:latin typeface="DejaVu Sans"/>
                <a:ea typeface="DejaVu Sans"/>
                <a:cs typeface="DejaVu Sans"/>
              </a:defRPr>
            </a:lvl5pPr>
            <a:lvl6pPr>
              <a:defRPr sz="1350" b="0">
                <a:solidFill>
                  <a:srgbClr val="435969"/>
                </a:solidFill>
                <a:latin typeface="DejaVu Sans"/>
                <a:ea typeface="DejaVu Sans"/>
                <a:cs typeface="DejaVu Sans"/>
              </a:defRPr>
            </a:lvl6pPr>
            <a:lvl7pPr>
              <a:defRPr sz="1350" b="0">
                <a:solidFill>
                  <a:srgbClr val="435969"/>
                </a:solidFill>
                <a:latin typeface="DejaVu Sans"/>
                <a:ea typeface="DejaVu Sans"/>
                <a:cs typeface="DejaVu Sans"/>
              </a:defRPr>
            </a:lvl7pPr>
            <a:lvl8pPr>
              <a:defRPr sz="1350" b="0">
                <a:solidFill>
                  <a:srgbClr val="435969"/>
                </a:solidFill>
                <a:latin typeface="DejaVu Sans"/>
                <a:ea typeface="DejaVu Sans"/>
                <a:cs typeface="DejaVu Sans"/>
              </a:defRPr>
            </a:lvl8pPr>
            <a:lvl9pPr>
              <a:defRPr sz="1350" b="0">
                <a:solidFill>
                  <a:srgbClr val="435969"/>
                </a:solidFill>
                <a:latin typeface="DejaVu Sans"/>
                <a:ea typeface="DejaVu Sans"/>
                <a:cs typeface="DejaVu Sans"/>
              </a:defRPr>
            </a:lvl9pPr>
          </a:lstStyle>
          <a:p xmlns:a="http://schemas.openxmlformats.org/drawingml/2006/main">
            <a:pPr>
              <a:defRPr sz="1350" b="0">
                <a:solidFill>
                  <a:srgbClr val="435969"/>
                </a:solidFill>
                <a:latin typeface="DejaVu Sans"/>
                <a:ea typeface="DejaVu Sans"/>
                <a:cs typeface="DejaVu Sans"/>
              </a:defRPr>
            </a:pPr>
            <a:r>
              <a:rPr sz="1350" b="0">
                <a:solidFill>
                  <a:srgbClr val="435969"/>
                </a:solidFill>
                <a:latin typeface="DejaVu Sans"/>
                <a:ea typeface="DejaVu Sans"/>
                <a:cs typeface="DejaVu Sans"/>
              </a:rPr>
              <a:t>3 / 8</a:t>
            </a:r>
          </a:p>
        </p:txBody>
      </p:sp>
      <p:graphicFrame>
        <p:nvGraphicFramePr>
          <p:cNvPr id="3" name="">
            <a:extLst xmlns:a="http://schemas.openxmlformats.org/drawingml/2006/main">
              <a:ext uri="{FF2B5EF4-FFF2-40B4-BE49-F238E27FC236}">
                <a16:creationId xmlns:a16="http://schemas.microsoft.com/office/drawing/2014/main" id="{335503C2-1E0F-4A39-9063-70D4A887E825}"/>
              </a:ext>
            </a:extLst>
          </p:cNvPr>
          <p:cNvGraphicFramePr/>
          <p:nvPr/>
        </p:nvGraphicFramePr>
        <p:xfrm>
          <a:off xmlns:a="http://schemas.openxmlformats.org/drawingml/2006/main" x="609600" y="1714500"/>
          <a:ext xmlns:a="http://schemas.openxmlformats.org/drawingml/2006/main" cx="10972800" cy="3905250"/>
        </p:xfrm>
        <a:graphic xmlns:a="http://schemas.openxmlformats.org/drawingml/2006/main">
          <a:graphicData uri="http://schemas.openxmlformats.org/drawingml/2006/table">
            <a:tbl>
              <a:tblPr/>
              <a:tblGrid>
                <a:gridCol w="4762500"/>
                <a:gridCol w="6210300"/>
              </a:tblGrid>
              <a:tr h="781050">
                <a:tc>
                  <a:txBody>
                    <a:bodyPr/>
                    <a:lstStyle/>
                    <a:p>
                      <a:r>
                        <a:rPr sz="1800" b="1">
                          <a:solidFill>
                            <a:srgbClr val="FFFFFF"/>
                          </a:solidFill>
                          <a:latin typeface="DejaVu Sans"/>
                          <a:ea typeface="DejaVu Sans"/>
                          <a:cs typeface="DejaVu Sans"/>
                        </a:rPr>
                        <a:t>Course topic</a:t>
                      </a:r>
                    </a:p>
                  </a:txBody>
                  <a:tcPr marL="91440" marR="91440" marT="45720" marB="45720">
                    <a:solidFill>
                      <a:srgbClr val="142C3B"/>
                    </a:solidFill>
                  </a:tcPr>
                </a:tc>
                <a:tc>
                  <a:txBody>
                    <a:bodyPr/>
                    <a:lstStyle/>
                    <a:p>
                      <a:r>
                        <a:rPr sz="1800" b="1">
                          <a:solidFill>
                            <a:srgbClr val="FFFFFF"/>
                          </a:solidFill>
                          <a:latin typeface="DejaVu Sans"/>
                          <a:ea typeface="DejaVu Sans"/>
                          <a:cs typeface="DejaVu Sans"/>
                        </a:rPr>
                        <a:t>Final evidence</a:t>
                      </a:r>
                    </a:p>
                  </a:txBody>
                  <a:tcPr marL="91440" marR="91440" marT="45720" marB="45720">
                    <a:solidFill>
                      <a:srgbClr val="142C3B"/>
                    </a:solidFill>
                  </a:tcPr>
                </a:tc>
              </a:tr>
              <a:tr h="781050">
                <a:tc>
                  <a:txBody>
                    <a:bodyPr/>
                    <a:lstStyle/>
                    <a:p>
                      <a:r>
                        <a:rPr sz="1800" b="0">
                          <a:solidFill>
                            <a:srgbClr val="142C3B"/>
                          </a:solidFill>
                          <a:latin typeface="DejaVu Sans"/>
                          <a:ea typeface="DejaVu Sans"/>
                          <a:cs typeface="DejaVu Sans"/>
                        </a:rPr>
                        <a:t>Defects, units, reusable logic</a:t>
                      </a:r>
                    </a:p>
                  </a:txBody>
                  <a:tcPr marL="91440" marR="91440" marT="45720" marB="45720">
                    <a:solidFill>
                      <a:srgbClr val="FFFFFF"/>
                    </a:solidFill>
                  </a:tcPr>
                </a:tc>
                <a:tc>
                  <a:txBody>
                    <a:bodyPr/>
                    <a:lstStyle/>
                    <a:p>
                      <a:r>
                        <a:rPr sz="1800" b="0">
                          <a:solidFill>
                            <a:srgbClr val="142C3B"/>
                          </a:solidFill>
                          <a:latin typeface="DejaVu Sans"/>
                          <a:ea typeface="DejaVu Sans"/>
                          <a:cs typeface="DejaVu Sans"/>
                        </a:rPr>
                        <a:t>Workbook comparison and tank_fill.py</a:t>
                      </a:r>
                    </a:p>
                  </a:txBody>
                  <a:tcPr marL="91440" marR="91440" marT="45720" marB="45720">
                    <a:solidFill>
                      <a:srgbClr val="FFFFFF"/>
                    </a:solidFill>
                  </a:tcPr>
                </a:tc>
              </a:tr>
              <a:tr h="781050">
                <a:tc>
                  <a:txBody>
                    <a:bodyPr/>
                    <a:lstStyle/>
                    <a:p>
                      <a:r>
                        <a:rPr sz="1800" b="0">
                          <a:solidFill>
                            <a:srgbClr val="142C3B"/>
                          </a:solidFill>
                          <a:latin typeface="DejaVu Sans"/>
                          <a:ea typeface="DejaVu Sans"/>
                          <a:cs typeface="DejaVu Sans"/>
                        </a:rPr>
                        <a:t>Interface and simulated input</a:t>
                      </a:r>
                    </a:p>
                  </a:txBody>
                  <a:tcPr marL="91440" marR="91440" marT="45720" marB="45720">
                    <a:solidFill>
                      <a:srgbClr val="F7F5F0"/>
                    </a:solidFill>
                  </a:tcPr>
                </a:tc>
                <a:tc>
                  <a:txBody>
                    <a:bodyPr/>
                    <a:lstStyle/>
                    <a:p>
                      <a:r>
                        <a:rPr sz="1800" b="0">
                          <a:solidFill>
                            <a:srgbClr val="142C3B"/>
                          </a:solidFill>
                          <a:latin typeface="DejaVu Sans"/>
                          <a:ea typeface="DejaVu Sans"/>
                          <a:cs typeface="DejaVu Sans"/>
                        </a:rPr>
                        <a:t>Tank form and sensor CSV replay</a:t>
                      </a:r>
                    </a:p>
                  </a:txBody>
                  <a:tcPr marL="91440" marR="91440" marT="45720" marB="45720">
                    <a:solidFill>
                      <a:srgbClr val="F7F5F0"/>
                    </a:solidFill>
                  </a:tcPr>
                </a:tc>
              </a:tr>
              <a:tr h="781050">
                <a:tc>
                  <a:txBody>
                    <a:bodyPr/>
                    <a:lstStyle/>
                    <a:p>
                      <a:r>
                        <a:rPr sz="1800" b="0">
                          <a:solidFill>
                            <a:srgbClr val="142C3B"/>
                          </a:solidFill>
                          <a:latin typeface="DejaVu Sans"/>
                          <a:ea typeface="DejaVu Sans"/>
                          <a:cs typeface="DejaVu Sans"/>
                        </a:rPr>
                        <a:t>History and unattended operation</a:t>
                      </a:r>
                    </a:p>
                  </a:txBody>
                  <a:tcPr marL="91440" marR="91440" marT="45720" marB="45720">
                    <a:solidFill>
                      <a:srgbClr val="FFFFFF"/>
                    </a:solidFill>
                  </a:tcPr>
                </a:tc>
                <a:tc>
                  <a:txBody>
                    <a:bodyPr/>
                    <a:lstStyle/>
                    <a:p>
                      <a:r>
                        <a:rPr sz="1800" b="0">
                          <a:solidFill>
                            <a:srgbClr val="142C3B"/>
                          </a:solidFill>
                          <a:latin typeface="DejaVu Sans"/>
                          <a:ea typeface="DejaVu Sans"/>
                          <a:cs typeface="DejaVu Sans"/>
                        </a:rPr>
                        <a:t>SQLite, dashboard, alerts, supervisor</a:t>
                      </a:r>
                    </a:p>
                  </a:txBody>
                  <a:tcPr marL="91440" marR="91440" marT="45720" marB="45720">
                    <a:solidFill>
                      <a:srgbClr val="FFFFFF"/>
                    </a:solidFill>
                  </a:tcPr>
                </a:tc>
              </a:tr>
              <a:tr h="781050">
                <a:tc>
                  <a:txBody>
                    <a:bodyPr/>
                    <a:lstStyle/>
                    <a:p>
                      <a:r>
                        <a:rPr sz="1800" b="0">
                          <a:solidFill>
                            <a:srgbClr val="142C3B"/>
                          </a:solidFill>
                          <a:latin typeface="DejaVu Sans"/>
                          <a:ea typeface="DejaVu Sans"/>
                          <a:cs typeface="DejaVu Sans"/>
                        </a:rPr>
                        <a:t>Operation and final delivery</a:t>
                      </a:r>
                    </a:p>
                  </a:txBody>
                  <a:tcPr marL="91440" marR="91440" marT="45720" marB="45720">
                    <a:solidFill>
                      <a:srgbClr val="F7F5F0"/>
                    </a:solidFill>
                  </a:tcPr>
                </a:tc>
                <a:tc>
                  <a:txBody>
                    <a:bodyPr/>
                    <a:lstStyle/>
                    <a:p>
                      <a:r>
                        <a:rPr sz="1800" b="0">
                          <a:solidFill>
                            <a:srgbClr val="142C3B"/>
                          </a:solidFill>
                          <a:latin typeface="DejaVu Sans"/>
                          <a:ea typeface="DejaVu Sans"/>
                          <a:cs typeface="DejaVu Sans"/>
                        </a:rPr>
                        <a:t>Guide, improvements, tests, presentation</a:t>
                      </a:r>
                    </a:p>
                  </a:txBody>
                  <a:tcPr marL="91440" marR="91440" marT="45720" marB="45720">
                    <a:solidFill>
                      <a:srgbClr val="F7F5F0"/>
                    </a:solidFill>
                  </a:tcPr>
                </a:tc>
              </a:tr>
            </a:tbl>
          </a:graphicData>
        </a:graphic>
      </p:graphicFrame>
      <p:sp>
        <p:nvSpPr>
          <p:cNvPr id="4" name="scope">
            <a:extLst xmlns:a="http://schemas.openxmlformats.org/drawingml/2006/main">
              <a:ext uri="{FF2B5EF4-FFF2-40B4-BE49-F238E27FC236}">
                <a16:creationId xmlns:a16="http://schemas.microsoft.com/office/drawing/2014/main" id="{E2D31A62-4CCB-4B5B-B46A-3D639BBB8D97}"/>
              </a:ext>
            </a:extLst>
          </p:cNvPr>
          <p:cNvSpPr>
            <a:spLocks xmlns:a="http://schemas.openxmlformats.org/drawingml/2006/main" noGrp="1"/>
          </p:cNvSpPr>
          <p:nvPr/>
        </p:nvSpPr>
        <p:spPr>
          <a:xfrm xmlns:a="http://schemas.openxmlformats.org/drawingml/2006/main">
            <a:off x="609600" y="5857875"/>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35969"/>
                </a:solidFill>
                <a:latin typeface="DejaVu Sans"/>
                <a:ea typeface="DejaVu Sans"/>
                <a:cs typeface="DejaVu Sans"/>
              </a:defRPr>
            </a:defPPr>
            <a:lvl1pPr>
              <a:defRPr sz="1725" b="0">
                <a:solidFill>
                  <a:srgbClr val="435969"/>
                </a:solidFill>
                <a:latin typeface="DejaVu Sans"/>
                <a:ea typeface="DejaVu Sans"/>
                <a:cs typeface="DejaVu Sans"/>
              </a:defRPr>
            </a:lvl1pPr>
            <a:lvl2pPr>
              <a:defRPr sz="1725" b="0">
                <a:solidFill>
                  <a:srgbClr val="435969"/>
                </a:solidFill>
                <a:latin typeface="DejaVu Sans"/>
                <a:ea typeface="DejaVu Sans"/>
                <a:cs typeface="DejaVu Sans"/>
              </a:defRPr>
            </a:lvl2pPr>
            <a:lvl3pPr>
              <a:defRPr sz="1725" b="0">
                <a:solidFill>
                  <a:srgbClr val="435969"/>
                </a:solidFill>
                <a:latin typeface="DejaVu Sans"/>
                <a:ea typeface="DejaVu Sans"/>
                <a:cs typeface="DejaVu Sans"/>
              </a:defRPr>
            </a:lvl3pPr>
            <a:lvl4pPr>
              <a:defRPr sz="1725" b="0">
                <a:solidFill>
                  <a:srgbClr val="435969"/>
                </a:solidFill>
                <a:latin typeface="DejaVu Sans"/>
                <a:ea typeface="DejaVu Sans"/>
                <a:cs typeface="DejaVu Sans"/>
              </a:defRPr>
            </a:lvl4pPr>
            <a:lvl5pPr>
              <a:defRPr sz="1725" b="0">
                <a:solidFill>
                  <a:srgbClr val="435969"/>
                </a:solidFill>
                <a:latin typeface="DejaVu Sans"/>
                <a:ea typeface="DejaVu Sans"/>
                <a:cs typeface="DejaVu Sans"/>
              </a:defRPr>
            </a:lvl5pPr>
            <a:lvl6pPr>
              <a:defRPr sz="1725" b="0">
                <a:solidFill>
                  <a:srgbClr val="435969"/>
                </a:solidFill>
                <a:latin typeface="DejaVu Sans"/>
                <a:ea typeface="DejaVu Sans"/>
                <a:cs typeface="DejaVu Sans"/>
              </a:defRPr>
            </a:lvl6pPr>
            <a:lvl7pPr>
              <a:defRPr sz="1725" b="0">
                <a:solidFill>
                  <a:srgbClr val="435969"/>
                </a:solidFill>
                <a:latin typeface="DejaVu Sans"/>
                <a:ea typeface="DejaVu Sans"/>
                <a:cs typeface="DejaVu Sans"/>
              </a:defRPr>
            </a:lvl7pPr>
            <a:lvl8pPr>
              <a:defRPr sz="1725" b="0">
                <a:solidFill>
                  <a:srgbClr val="435969"/>
                </a:solidFill>
                <a:latin typeface="DejaVu Sans"/>
                <a:ea typeface="DejaVu Sans"/>
                <a:cs typeface="DejaVu Sans"/>
              </a:defRPr>
            </a:lvl8pPr>
            <a:lvl9pPr>
              <a:defRPr sz="1725" b="0">
                <a:solidFill>
                  <a:srgbClr val="435969"/>
                </a:solidFill>
                <a:latin typeface="DejaVu Sans"/>
                <a:ea typeface="DejaVu Sans"/>
                <a:cs typeface="DejaVu Sans"/>
              </a:defRPr>
            </a:lvl9pPr>
          </a:lstStyle>
          <a:p xmlns:a="http://schemas.openxmlformats.org/drawingml/2006/main">
            <a:pPr>
              <a:defRPr sz="1725" b="0">
                <a:solidFill>
                  <a:srgbClr val="435969"/>
                </a:solidFill>
                <a:latin typeface="DejaVu Sans"/>
                <a:ea typeface="DejaVu Sans"/>
                <a:cs typeface="DejaVu Sans"/>
              </a:defRPr>
            </a:pPr>
            <a:r>
              <a:rPr sz="1725" b="0">
                <a:solidFill>
                  <a:srgbClr val="435969"/>
                </a:solidFill>
                <a:latin typeface="DejaVu Sans"/>
                <a:ea typeface="DejaVu Sans"/>
                <a:cs typeface="DejaVu Sans"/>
              </a:rPr>
              <a:t>Final capability map. Historical commits are not reconstructed.</a:t>
            </a:r>
          </a:p>
        </p:txBody>
      </p:sp>
    </p:spTree>
    <p:extLst>
      <p:ext uri="{BB962C8B-B14F-4D97-AF65-F5344CB8AC3E}">
        <p14:creationId xmlns:p14="http://schemas.microsoft.com/office/powerpoint/2010/main" val="1146414099"/>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BA2C149-A811-4054-971A-C550DD57CE89}"/>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C3B"/>
                </a:solidFill>
                <a:latin typeface="DejaVu Sans"/>
                <a:ea typeface="DejaVu Sans"/>
                <a:cs typeface="DejaVu Sans"/>
              </a:defRPr>
            </a:defPPr>
            <a:lvl1pPr>
              <a:defRPr sz="3300" b="1">
                <a:solidFill>
                  <a:srgbClr val="142C3B"/>
                </a:solidFill>
                <a:latin typeface="DejaVu Sans"/>
                <a:ea typeface="DejaVu Sans"/>
                <a:cs typeface="DejaVu Sans"/>
              </a:defRPr>
            </a:lvl1pPr>
            <a:lvl2pPr>
              <a:defRPr sz="3300" b="1">
                <a:solidFill>
                  <a:srgbClr val="142C3B"/>
                </a:solidFill>
                <a:latin typeface="DejaVu Sans"/>
                <a:ea typeface="DejaVu Sans"/>
                <a:cs typeface="DejaVu Sans"/>
              </a:defRPr>
            </a:lvl2pPr>
            <a:lvl3pPr>
              <a:defRPr sz="3300" b="1">
                <a:solidFill>
                  <a:srgbClr val="142C3B"/>
                </a:solidFill>
                <a:latin typeface="DejaVu Sans"/>
                <a:ea typeface="DejaVu Sans"/>
                <a:cs typeface="DejaVu Sans"/>
              </a:defRPr>
            </a:lvl3pPr>
            <a:lvl4pPr>
              <a:defRPr sz="3300" b="1">
                <a:solidFill>
                  <a:srgbClr val="142C3B"/>
                </a:solidFill>
                <a:latin typeface="DejaVu Sans"/>
                <a:ea typeface="DejaVu Sans"/>
                <a:cs typeface="DejaVu Sans"/>
              </a:defRPr>
            </a:lvl4pPr>
            <a:lvl5pPr>
              <a:defRPr sz="3300" b="1">
                <a:solidFill>
                  <a:srgbClr val="142C3B"/>
                </a:solidFill>
                <a:latin typeface="DejaVu Sans"/>
                <a:ea typeface="DejaVu Sans"/>
                <a:cs typeface="DejaVu Sans"/>
              </a:defRPr>
            </a:lvl5pPr>
            <a:lvl6pPr>
              <a:defRPr sz="3300" b="1">
                <a:solidFill>
                  <a:srgbClr val="142C3B"/>
                </a:solidFill>
                <a:latin typeface="DejaVu Sans"/>
                <a:ea typeface="DejaVu Sans"/>
                <a:cs typeface="DejaVu Sans"/>
              </a:defRPr>
            </a:lvl6pPr>
            <a:lvl7pPr>
              <a:defRPr sz="3300" b="1">
                <a:solidFill>
                  <a:srgbClr val="142C3B"/>
                </a:solidFill>
                <a:latin typeface="DejaVu Sans"/>
                <a:ea typeface="DejaVu Sans"/>
                <a:cs typeface="DejaVu Sans"/>
              </a:defRPr>
            </a:lvl7pPr>
            <a:lvl8pPr>
              <a:defRPr sz="3300" b="1">
                <a:solidFill>
                  <a:srgbClr val="142C3B"/>
                </a:solidFill>
                <a:latin typeface="DejaVu Sans"/>
                <a:ea typeface="DejaVu Sans"/>
                <a:cs typeface="DejaVu Sans"/>
              </a:defRPr>
            </a:lvl8pPr>
            <a:lvl9pPr>
              <a:defRPr sz="3300" b="1">
                <a:solidFill>
                  <a:srgbClr val="142C3B"/>
                </a:solidFill>
                <a:latin typeface="DejaVu Sans"/>
                <a:ea typeface="DejaVu Sans"/>
                <a:cs typeface="DejaVu Sans"/>
              </a:defRPr>
            </a:lvl9pPr>
          </a:lstStyle>
          <a:p xmlns:a="http://schemas.openxmlformats.org/drawingml/2006/main">
            <a:pPr>
              <a:defRPr sz="3300" b="1">
                <a:solidFill>
                  <a:srgbClr val="142C3B"/>
                </a:solidFill>
                <a:latin typeface="DejaVu Sans"/>
                <a:ea typeface="DejaVu Sans"/>
                <a:cs typeface="DejaVu Sans"/>
              </a:defRPr>
            </a:pPr>
            <a:r>
              <a:rPr sz="3300" b="1">
                <a:solidFill>
                  <a:srgbClr val="142C3B"/>
                </a:solidFill>
                <a:latin typeface="DejaVu Sans"/>
                <a:ea typeface="DejaVu Sans"/>
                <a:cs typeface="DejaVu Sans"/>
              </a:rPr>
              <a:t>Final application architecture</a:t>
            </a:r>
          </a:p>
        </p:txBody>
      </p:sp>
      <p:sp>
        <p:nvSpPr>
          <p:cNvPr id="2" name="page">
            <a:extLst xmlns:a="http://schemas.openxmlformats.org/drawingml/2006/main">
              <a:ext uri="{FF2B5EF4-FFF2-40B4-BE49-F238E27FC236}">
                <a16:creationId xmlns:a16="http://schemas.microsoft.com/office/drawing/2014/main" id="{36E08952-230C-426B-B5E9-35297A84D67E}"/>
              </a:ext>
            </a:extLst>
          </p:cNvPr>
          <p:cNvSpPr>
            <a:spLocks xmlns:a="http://schemas.openxmlformats.org/drawingml/2006/main" noGrp="1"/>
          </p:cNvSpPr>
          <p:nvPr/>
        </p:nvSpPr>
        <p:spPr>
          <a:xfrm xmlns:a="http://schemas.openxmlformats.org/drawingml/2006/main">
            <a:off x="10668000" y="633412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35969"/>
                </a:solidFill>
                <a:latin typeface="DejaVu Sans"/>
                <a:ea typeface="DejaVu Sans"/>
                <a:cs typeface="DejaVu Sans"/>
              </a:defRPr>
            </a:defPPr>
            <a:lvl1pPr>
              <a:defRPr sz="1350" b="0">
                <a:solidFill>
                  <a:srgbClr val="435969"/>
                </a:solidFill>
                <a:latin typeface="DejaVu Sans"/>
                <a:ea typeface="DejaVu Sans"/>
                <a:cs typeface="DejaVu Sans"/>
              </a:defRPr>
            </a:lvl1pPr>
            <a:lvl2pPr>
              <a:defRPr sz="1350" b="0">
                <a:solidFill>
                  <a:srgbClr val="435969"/>
                </a:solidFill>
                <a:latin typeface="DejaVu Sans"/>
                <a:ea typeface="DejaVu Sans"/>
                <a:cs typeface="DejaVu Sans"/>
              </a:defRPr>
            </a:lvl2pPr>
            <a:lvl3pPr>
              <a:defRPr sz="1350" b="0">
                <a:solidFill>
                  <a:srgbClr val="435969"/>
                </a:solidFill>
                <a:latin typeface="DejaVu Sans"/>
                <a:ea typeface="DejaVu Sans"/>
                <a:cs typeface="DejaVu Sans"/>
              </a:defRPr>
            </a:lvl3pPr>
            <a:lvl4pPr>
              <a:defRPr sz="1350" b="0">
                <a:solidFill>
                  <a:srgbClr val="435969"/>
                </a:solidFill>
                <a:latin typeface="DejaVu Sans"/>
                <a:ea typeface="DejaVu Sans"/>
                <a:cs typeface="DejaVu Sans"/>
              </a:defRPr>
            </a:lvl4pPr>
            <a:lvl5pPr>
              <a:defRPr sz="1350" b="0">
                <a:solidFill>
                  <a:srgbClr val="435969"/>
                </a:solidFill>
                <a:latin typeface="DejaVu Sans"/>
                <a:ea typeface="DejaVu Sans"/>
                <a:cs typeface="DejaVu Sans"/>
              </a:defRPr>
            </a:lvl5pPr>
            <a:lvl6pPr>
              <a:defRPr sz="1350" b="0">
                <a:solidFill>
                  <a:srgbClr val="435969"/>
                </a:solidFill>
                <a:latin typeface="DejaVu Sans"/>
                <a:ea typeface="DejaVu Sans"/>
                <a:cs typeface="DejaVu Sans"/>
              </a:defRPr>
            </a:lvl6pPr>
            <a:lvl7pPr>
              <a:defRPr sz="1350" b="0">
                <a:solidFill>
                  <a:srgbClr val="435969"/>
                </a:solidFill>
                <a:latin typeface="DejaVu Sans"/>
                <a:ea typeface="DejaVu Sans"/>
                <a:cs typeface="DejaVu Sans"/>
              </a:defRPr>
            </a:lvl7pPr>
            <a:lvl8pPr>
              <a:defRPr sz="1350" b="0">
                <a:solidFill>
                  <a:srgbClr val="435969"/>
                </a:solidFill>
                <a:latin typeface="DejaVu Sans"/>
                <a:ea typeface="DejaVu Sans"/>
                <a:cs typeface="DejaVu Sans"/>
              </a:defRPr>
            </a:lvl8pPr>
            <a:lvl9pPr>
              <a:defRPr sz="1350" b="0">
                <a:solidFill>
                  <a:srgbClr val="435969"/>
                </a:solidFill>
                <a:latin typeface="DejaVu Sans"/>
                <a:ea typeface="DejaVu Sans"/>
                <a:cs typeface="DejaVu Sans"/>
              </a:defRPr>
            </a:lvl9pPr>
          </a:lstStyle>
          <a:p xmlns:a="http://schemas.openxmlformats.org/drawingml/2006/main">
            <a:pPr>
              <a:defRPr sz="1350" b="0">
                <a:solidFill>
                  <a:srgbClr val="435969"/>
                </a:solidFill>
                <a:latin typeface="DejaVu Sans"/>
                <a:ea typeface="DejaVu Sans"/>
                <a:cs typeface="DejaVu Sans"/>
              </a:defRPr>
            </a:pPr>
            <a:r>
              <a:rPr sz="1350" b="0">
                <a:solidFill>
                  <a:srgbClr val="435969"/>
                </a:solidFill>
                <a:latin typeface="DejaVu Sans"/>
                <a:ea typeface="DejaVu Sans"/>
                <a:cs typeface="DejaVu Sans"/>
              </a:rPr>
              <a:t>4 / 8</a:t>
            </a:r>
          </a:p>
        </p:txBody>
      </p:sp>
      <p:sp>
        <p:nvSpPr>
          <p:cNvPr id="3" name="tank-heading">
            <a:extLst xmlns:a="http://schemas.openxmlformats.org/drawingml/2006/main">
              <a:ext uri="{FF2B5EF4-FFF2-40B4-BE49-F238E27FC236}">
                <a16:creationId xmlns:a16="http://schemas.microsoft.com/office/drawing/2014/main" id="{1FEB424D-DE02-40FF-B3C2-E0E29D7284BE}"/>
              </a:ext>
            </a:extLst>
          </p:cNvPr>
          <p:cNvSpPr>
            <a:spLocks xmlns:a="http://schemas.openxmlformats.org/drawingml/2006/main" noGrp="1"/>
          </p:cNvSpPr>
          <p:nvPr/>
        </p:nvSpPr>
        <p:spPr>
          <a:xfrm xmlns:a="http://schemas.openxmlformats.org/drawingml/2006/main">
            <a:off x="609600" y="1714500"/>
            <a:ext cx="5095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136C68"/>
                </a:solidFill>
                <a:latin typeface="DejaVu Sans"/>
                <a:ea typeface="DejaVu Sans"/>
                <a:cs typeface="DejaVu Sans"/>
              </a:defRPr>
            </a:defPPr>
            <a:lvl1pPr>
              <a:defRPr sz="2400" b="1">
                <a:solidFill>
                  <a:srgbClr val="136C68"/>
                </a:solidFill>
                <a:latin typeface="DejaVu Sans"/>
                <a:ea typeface="DejaVu Sans"/>
                <a:cs typeface="DejaVu Sans"/>
              </a:defRPr>
            </a:lvl1pPr>
            <a:lvl2pPr>
              <a:defRPr sz="2400" b="1">
                <a:solidFill>
                  <a:srgbClr val="136C68"/>
                </a:solidFill>
                <a:latin typeface="DejaVu Sans"/>
                <a:ea typeface="DejaVu Sans"/>
                <a:cs typeface="DejaVu Sans"/>
              </a:defRPr>
            </a:lvl2pPr>
            <a:lvl3pPr>
              <a:defRPr sz="2400" b="1">
                <a:solidFill>
                  <a:srgbClr val="136C68"/>
                </a:solidFill>
                <a:latin typeface="DejaVu Sans"/>
                <a:ea typeface="DejaVu Sans"/>
                <a:cs typeface="DejaVu Sans"/>
              </a:defRPr>
            </a:lvl3pPr>
            <a:lvl4pPr>
              <a:defRPr sz="2400" b="1">
                <a:solidFill>
                  <a:srgbClr val="136C68"/>
                </a:solidFill>
                <a:latin typeface="DejaVu Sans"/>
                <a:ea typeface="DejaVu Sans"/>
                <a:cs typeface="DejaVu Sans"/>
              </a:defRPr>
            </a:lvl4pPr>
            <a:lvl5pPr>
              <a:defRPr sz="2400" b="1">
                <a:solidFill>
                  <a:srgbClr val="136C68"/>
                </a:solidFill>
                <a:latin typeface="DejaVu Sans"/>
                <a:ea typeface="DejaVu Sans"/>
                <a:cs typeface="DejaVu Sans"/>
              </a:defRPr>
            </a:lvl5pPr>
            <a:lvl6pPr>
              <a:defRPr sz="2400" b="1">
                <a:solidFill>
                  <a:srgbClr val="136C68"/>
                </a:solidFill>
                <a:latin typeface="DejaVu Sans"/>
                <a:ea typeface="DejaVu Sans"/>
                <a:cs typeface="DejaVu Sans"/>
              </a:defRPr>
            </a:lvl6pPr>
            <a:lvl7pPr>
              <a:defRPr sz="2400" b="1">
                <a:solidFill>
                  <a:srgbClr val="136C68"/>
                </a:solidFill>
                <a:latin typeface="DejaVu Sans"/>
                <a:ea typeface="DejaVu Sans"/>
                <a:cs typeface="DejaVu Sans"/>
              </a:defRPr>
            </a:lvl7pPr>
            <a:lvl8pPr>
              <a:defRPr sz="2400" b="1">
                <a:solidFill>
                  <a:srgbClr val="136C68"/>
                </a:solidFill>
                <a:latin typeface="DejaVu Sans"/>
                <a:ea typeface="DejaVu Sans"/>
                <a:cs typeface="DejaVu Sans"/>
              </a:defRPr>
            </a:lvl8pPr>
            <a:lvl9pPr>
              <a:defRPr sz="2400" b="1">
                <a:solidFill>
                  <a:srgbClr val="136C68"/>
                </a:solidFill>
                <a:latin typeface="DejaVu Sans"/>
                <a:ea typeface="DejaVu Sans"/>
                <a:cs typeface="DejaVu Sans"/>
              </a:defRPr>
            </a:lvl9pPr>
          </a:lstStyle>
          <a:p xmlns:a="http://schemas.openxmlformats.org/drawingml/2006/main">
            <a:pPr>
              <a:defRPr sz="2400" b="1">
                <a:solidFill>
                  <a:srgbClr val="136C68"/>
                </a:solidFill>
                <a:latin typeface="DejaVu Sans"/>
                <a:ea typeface="DejaVu Sans"/>
                <a:cs typeface="DejaVu Sans"/>
              </a:defRPr>
            </a:pPr>
            <a:r>
              <a:rPr sz="2400" b="1">
                <a:solidFill>
                  <a:srgbClr val="136C68"/>
                </a:solidFill>
                <a:latin typeface="DejaVu Sans"/>
                <a:ea typeface="DejaVu Sans"/>
                <a:cs typeface="DejaVu Sans"/>
              </a:rPr>
              <a:t>Tank calculation</a:t>
            </a:r>
          </a:p>
        </p:txBody>
      </p:sp>
      <p:sp>
        <p:nvSpPr>
          <p:cNvPr id="4" name="tank-body">
            <a:extLst xmlns:a="http://schemas.openxmlformats.org/drawingml/2006/main">
              <a:ext uri="{FF2B5EF4-FFF2-40B4-BE49-F238E27FC236}">
                <a16:creationId xmlns:a16="http://schemas.microsoft.com/office/drawing/2014/main" id="{16F295BD-7036-483F-A2AA-884A44517FCC}"/>
              </a:ext>
            </a:extLst>
          </p:cNvPr>
          <p:cNvSpPr>
            <a:spLocks xmlns:a="http://schemas.openxmlformats.org/drawingml/2006/main" noGrp="1"/>
          </p:cNvSpPr>
          <p:nvPr/>
        </p:nvSpPr>
        <p:spPr>
          <a:xfrm xmlns:a="http://schemas.openxmlformats.org/drawingml/2006/main">
            <a:off x="609600" y="2428875"/>
            <a:ext cx="50482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42C3B"/>
                </a:solidFill>
                <a:latin typeface="DejaVu Sans"/>
                <a:ea typeface="DejaVu Sans"/>
                <a:cs typeface="DejaVu Sans"/>
              </a:defRPr>
            </a:defPPr>
            <a:lvl1pPr>
              <a:defRPr sz="2175" b="0">
                <a:solidFill>
                  <a:srgbClr val="142C3B"/>
                </a:solidFill>
                <a:latin typeface="DejaVu Sans"/>
                <a:ea typeface="DejaVu Sans"/>
                <a:cs typeface="DejaVu Sans"/>
              </a:defRPr>
            </a:lvl1pPr>
            <a:lvl2pPr>
              <a:defRPr sz="2175" b="0">
                <a:solidFill>
                  <a:srgbClr val="142C3B"/>
                </a:solidFill>
                <a:latin typeface="DejaVu Sans"/>
                <a:ea typeface="DejaVu Sans"/>
                <a:cs typeface="DejaVu Sans"/>
              </a:defRPr>
            </a:lvl2pPr>
            <a:lvl3pPr>
              <a:defRPr sz="2175" b="0">
                <a:solidFill>
                  <a:srgbClr val="142C3B"/>
                </a:solidFill>
                <a:latin typeface="DejaVu Sans"/>
                <a:ea typeface="DejaVu Sans"/>
                <a:cs typeface="DejaVu Sans"/>
              </a:defRPr>
            </a:lvl3pPr>
            <a:lvl4pPr>
              <a:defRPr sz="2175" b="0">
                <a:solidFill>
                  <a:srgbClr val="142C3B"/>
                </a:solidFill>
                <a:latin typeface="DejaVu Sans"/>
                <a:ea typeface="DejaVu Sans"/>
                <a:cs typeface="DejaVu Sans"/>
              </a:defRPr>
            </a:lvl4pPr>
            <a:lvl5pPr>
              <a:defRPr sz="2175" b="0">
                <a:solidFill>
                  <a:srgbClr val="142C3B"/>
                </a:solidFill>
                <a:latin typeface="DejaVu Sans"/>
                <a:ea typeface="DejaVu Sans"/>
                <a:cs typeface="DejaVu Sans"/>
              </a:defRPr>
            </a:lvl5pPr>
            <a:lvl6pPr>
              <a:defRPr sz="2175" b="0">
                <a:solidFill>
                  <a:srgbClr val="142C3B"/>
                </a:solidFill>
                <a:latin typeface="DejaVu Sans"/>
                <a:ea typeface="DejaVu Sans"/>
                <a:cs typeface="DejaVu Sans"/>
              </a:defRPr>
            </a:lvl6pPr>
            <a:lvl7pPr>
              <a:defRPr sz="2175" b="0">
                <a:solidFill>
                  <a:srgbClr val="142C3B"/>
                </a:solidFill>
                <a:latin typeface="DejaVu Sans"/>
                <a:ea typeface="DejaVu Sans"/>
                <a:cs typeface="DejaVu Sans"/>
              </a:defRPr>
            </a:lvl7pPr>
            <a:lvl8pPr>
              <a:defRPr sz="2175" b="0">
                <a:solidFill>
                  <a:srgbClr val="142C3B"/>
                </a:solidFill>
                <a:latin typeface="DejaVu Sans"/>
                <a:ea typeface="DejaVu Sans"/>
                <a:cs typeface="DejaVu Sans"/>
              </a:defRPr>
            </a:lvl8pPr>
            <a:lvl9pPr>
              <a:defRPr sz="2175" b="0">
                <a:solidFill>
                  <a:srgbClr val="142C3B"/>
                </a:solidFill>
                <a:latin typeface="DejaVu Sans"/>
                <a:ea typeface="DejaVu Sans"/>
                <a:cs typeface="DejaVu Sans"/>
              </a:defRPr>
            </a:lvl9pPr>
          </a:lstStyle>
          <a:p xmlns:a="http://schemas.openxmlformats.org/drawingml/2006/main">
            <a:pPr>
              <a:defRPr sz="2175" b="0">
                <a:solidFill>
                  <a:srgbClr val="142C3B"/>
                </a:solidFill>
                <a:latin typeface="DejaVu Sans"/>
                <a:ea typeface="DejaVu Sans"/>
                <a:cs typeface="DejaVu Sans"/>
              </a:defRPr>
            </a:pPr>
            <a:r>
              <a:rPr sz="2175" b="0">
                <a:solidFill>
                  <a:srgbClr val="142C3B"/>
                </a:solidFill>
                <a:latin typeface="DejaVu Sans"/>
                <a:ea typeface="DejaVu Sans"/>
                <a:cs typeface="DejaVu Sans"/>
              </a:rPr>
              <a:t>Form inputs with explicit units</a:t>
            </a:r>
          </a:p>
          <a:p xmlns:a="http://schemas.openxmlformats.org/drawingml/2006/main">
            <a:pPr>
              <a:defRPr sz="2175" b="0">
                <a:solidFill>
                  <a:srgbClr val="142C3B"/>
                </a:solidFill>
                <a:latin typeface="DejaVu Sans"/>
                <a:ea typeface="DejaVu Sans"/>
                <a:cs typeface="DejaVu Sans"/>
              </a:defRPr>
            </a:pPr>
            <a:r>
              <a:rPr sz="2175" b="0">
                <a:solidFill>
                  <a:srgbClr val="142C3B"/>
                </a:solidFill>
                <a:latin typeface="DejaVu Sans"/>
                <a:ea typeface="DejaVu Sans"/>
                <a:cs typeface="DejaVu Sans"/>
              </a:rPr>
              <a:t>Reusable geometry calculation</a:t>
            </a:r>
          </a:p>
          <a:p xmlns:a="http://schemas.openxmlformats.org/drawingml/2006/main">
            <a:pPr>
              <a:defRPr sz="2175" b="0">
                <a:solidFill>
                  <a:srgbClr val="142C3B"/>
                </a:solidFill>
                <a:latin typeface="DejaVu Sans"/>
                <a:ea typeface="DejaVu Sans"/>
                <a:cs typeface="DejaVu Sans"/>
              </a:defRPr>
            </a:pPr>
            <a:r>
              <a:rPr sz="2175" b="0">
                <a:solidFill>
                  <a:srgbClr val="142C3B"/>
                </a:solidFill>
                <a:latin typeface="DejaVu Sans"/>
                <a:ea typeface="DejaVu Sans"/>
                <a:cs typeface="DejaVu Sans"/>
              </a:rPr>
              <a:t>ft³ and US gallon result</a:t>
            </a:r>
          </a:p>
          <a:p xmlns:a="http://schemas.openxmlformats.org/drawingml/2006/main">
            <a:pPr>
              <a:defRPr sz="2175" b="0">
                <a:solidFill>
                  <a:srgbClr val="142C3B"/>
                </a:solidFill>
                <a:latin typeface="DejaVu Sans"/>
                <a:ea typeface="DejaVu Sans"/>
                <a:cs typeface="DejaVu Sans"/>
              </a:defRPr>
            </a:pPr>
            <a:r>
              <a:rPr sz="2175" b="0">
                <a:solidFill>
                  <a:srgbClr val="142C3B"/>
                </a:solidFill>
                <a:latin typeface="DejaVu Sans"/>
                <a:ea typeface="DejaVu Sans"/>
                <a:cs typeface="DejaVu Sans"/>
              </a:rPr>
              <a:t>Calculation or refusal log</a:t>
            </a:r>
          </a:p>
        </p:txBody>
      </p:sp>
      <p:sp>
        <p:nvSpPr>
          <p:cNvPr id="5" name="sensor-heading">
            <a:extLst xmlns:a="http://schemas.openxmlformats.org/drawingml/2006/main">
              <a:ext uri="{FF2B5EF4-FFF2-40B4-BE49-F238E27FC236}">
                <a16:creationId xmlns:a16="http://schemas.microsoft.com/office/drawing/2014/main" id="{E937F765-8992-481A-8FE7-65D32BE7EAE2}"/>
              </a:ext>
            </a:extLst>
          </p:cNvPr>
          <p:cNvSpPr>
            <a:spLocks xmlns:a="http://schemas.openxmlformats.org/drawingml/2006/main" noGrp="1"/>
          </p:cNvSpPr>
          <p:nvPr/>
        </p:nvSpPr>
        <p:spPr>
          <a:xfrm xmlns:a="http://schemas.openxmlformats.org/drawingml/2006/main">
            <a:off x="6477000" y="1714500"/>
            <a:ext cx="5095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136C68"/>
                </a:solidFill>
                <a:latin typeface="DejaVu Sans"/>
                <a:ea typeface="DejaVu Sans"/>
                <a:cs typeface="DejaVu Sans"/>
              </a:defRPr>
            </a:defPPr>
            <a:lvl1pPr>
              <a:defRPr sz="2400" b="1">
                <a:solidFill>
                  <a:srgbClr val="136C68"/>
                </a:solidFill>
                <a:latin typeface="DejaVu Sans"/>
                <a:ea typeface="DejaVu Sans"/>
                <a:cs typeface="DejaVu Sans"/>
              </a:defRPr>
            </a:lvl1pPr>
            <a:lvl2pPr>
              <a:defRPr sz="2400" b="1">
                <a:solidFill>
                  <a:srgbClr val="136C68"/>
                </a:solidFill>
                <a:latin typeface="DejaVu Sans"/>
                <a:ea typeface="DejaVu Sans"/>
                <a:cs typeface="DejaVu Sans"/>
              </a:defRPr>
            </a:lvl2pPr>
            <a:lvl3pPr>
              <a:defRPr sz="2400" b="1">
                <a:solidFill>
                  <a:srgbClr val="136C68"/>
                </a:solidFill>
                <a:latin typeface="DejaVu Sans"/>
                <a:ea typeface="DejaVu Sans"/>
                <a:cs typeface="DejaVu Sans"/>
              </a:defRPr>
            </a:lvl3pPr>
            <a:lvl4pPr>
              <a:defRPr sz="2400" b="1">
                <a:solidFill>
                  <a:srgbClr val="136C68"/>
                </a:solidFill>
                <a:latin typeface="DejaVu Sans"/>
                <a:ea typeface="DejaVu Sans"/>
                <a:cs typeface="DejaVu Sans"/>
              </a:defRPr>
            </a:lvl4pPr>
            <a:lvl5pPr>
              <a:defRPr sz="2400" b="1">
                <a:solidFill>
                  <a:srgbClr val="136C68"/>
                </a:solidFill>
                <a:latin typeface="DejaVu Sans"/>
                <a:ea typeface="DejaVu Sans"/>
                <a:cs typeface="DejaVu Sans"/>
              </a:defRPr>
            </a:lvl5pPr>
            <a:lvl6pPr>
              <a:defRPr sz="2400" b="1">
                <a:solidFill>
                  <a:srgbClr val="136C68"/>
                </a:solidFill>
                <a:latin typeface="DejaVu Sans"/>
                <a:ea typeface="DejaVu Sans"/>
                <a:cs typeface="DejaVu Sans"/>
              </a:defRPr>
            </a:lvl6pPr>
            <a:lvl7pPr>
              <a:defRPr sz="2400" b="1">
                <a:solidFill>
                  <a:srgbClr val="136C68"/>
                </a:solidFill>
                <a:latin typeface="DejaVu Sans"/>
                <a:ea typeface="DejaVu Sans"/>
                <a:cs typeface="DejaVu Sans"/>
              </a:defRPr>
            </a:lvl7pPr>
            <a:lvl8pPr>
              <a:defRPr sz="2400" b="1">
                <a:solidFill>
                  <a:srgbClr val="136C68"/>
                </a:solidFill>
                <a:latin typeface="DejaVu Sans"/>
                <a:ea typeface="DejaVu Sans"/>
                <a:cs typeface="DejaVu Sans"/>
              </a:defRPr>
            </a:lvl8pPr>
            <a:lvl9pPr>
              <a:defRPr sz="2400" b="1">
                <a:solidFill>
                  <a:srgbClr val="136C68"/>
                </a:solidFill>
                <a:latin typeface="DejaVu Sans"/>
                <a:ea typeface="DejaVu Sans"/>
                <a:cs typeface="DejaVu Sans"/>
              </a:defRPr>
            </a:lvl9pPr>
          </a:lstStyle>
          <a:p xmlns:a="http://schemas.openxmlformats.org/drawingml/2006/main">
            <a:pPr>
              <a:defRPr sz="2400" b="1">
                <a:solidFill>
                  <a:srgbClr val="136C68"/>
                </a:solidFill>
                <a:latin typeface="DejaVu Sans"/>
                <a:ea typeface="DejaVu Sans"/>
                <a:cs typeface="DejaVu Sans"/>
              </a:defRPr>
            </a:pPr>
            <a:r>
              <a:rPr sz="2400" b="1">
                <a:solidFill>
                  <a:srgbClr val="136C68"/>
                </a:solidFill>
                <a:latin typeface="DejaVu Sans"/>
                <a:ea typeface="DejaVu Sans"/>
                <a:cs typeface="DejaVu Sans"/>
              </a:rPr>
              <a:t>Sensor monitoring</a:t>
            </a:r>
          </a:p>
        </p:txBody>
      </p:sp>
      <p:sp>
        <p:nvSpPr>
          <p:cNvPr id="6" name="sensor-body">
            <a:extLst xmlns:a="http://schemas.openxmlformats.org/drawingml/2006/main">
              <a:ext uri="{FF2B5EF4-FFF2-40B4-BE49-F238E27FC236}">
                <a16:creationId xmlns:a16="http://schemas.microsoft.com/office/drawing/2014/main" id="{577C2067-0AA9-432E-A598-041927E68D86}"/>
              </a:ext>
            </a:extLst>
          </p:cNvPr>
          <p:cNvSpPr>
            <a:spLocks xmlns:a="http://schemas.openxmlformats.org/drawingml/2006/main" noGrp="1"/>
          </p:cNvSpPr>
          <p:nvPr/>
        </p:nvSpPr>
        <p:spPr>
          <a:xfrm xmlns:a="http://schemas.openxmlformats.org/drawingml/2006/main">
            <a:off x="6477000" y="2428875"/>
            <a:ext cx="50482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42C3B"/>
                </a:solidFill>
                <a:latin typeface="DejaVu Sans"/>
                <a:ea typeface="DejaVu Sans"/>
                <a:cs typeface="DejaVu Sans"/>
              </a:defRPr>
            </a:defPPr>
            <a:lvl1pPr>
              <a:defRPr sz="2175" b="0">
                <a:solidFill>
                  <a:srgbClr val="142C3B"/>
                </a:solidFill>
                <a:latin typeface="DejaVu Sans"/>
                <a:ea typeface="DejaVu Sans"/>
                <a:cs typeface="DejaVu Sans"/>
              </a:defRPr>
            </a:lvl1pPr>
            <a:lvl2pPr>
              <a:defRPr sz="2175" b="0">
                <a:solidFill>
                  <a:srgbClr val="142C3B"/>
                </a:solidFill>
                <a:latin typeface="DejaVu Sans"/>
                <a:ea typeface="DejaVu Sans"/>
                <a:cs typeface="DejaVu Sans"/>
              </a:defRPr>
            </a:lvl2pPr>
            <a:lvl3pPr>
              <a:defRPr sz="2175" b="0">
                <a:solidFill>
                  <a:srgbClr val="142C3B"/>
                </a:solidFill>
                <a:latin typeface="DejaVu Sans"/>
                <a:ea typeface="DejaVu Sans"/>
                <a:cs typeface="DejaVu Sans"/>
              </a:defRPr>
            </a:lvl3pPr>
            <a:lvl4pPr>
              <a:defRPr sz="2175" b="0">
                <a:solidFill>
                  <a:srgbClr val="142C3B"/>
                </a:solidFill>
                <a:latin typeface="DejaVu Sans"/>
                <a:ea typeface="DejaVu Sans"/>
                <a:cs typeface="DejaVu Sans"/>
              </a:defRPr>
            </a:lvl4pPr>
            <a:lvl5pPr>
              <a:defRPr sz="2175" b="0">
                <a:solidFill>
                  <a:srgbClr val="142C3B"/>
                </a:solidFill>
                <a:latin typeface="DejaVu Sans"/>
                <a:ea typeface="DejaVu Sans"/>
                <a:cs typeface="DejaVu Sans"/>
              </a:defRPr>
            </a:lvl5pPr>
            <a:lvl6pPr>
              <a:defRPr sz="2175" b="0">
                <a:solidFill>
                  <a:srgbClr val="142C3B"/>
                </a:solidFill>
                <a:latin typeface="DejaVu Sans"/>
                <a:ea typeface="DejaVu Sans"/>
                <a:cs typeface="DejaVu Sans"/>
              </a:defRPr>
            </a:lvl6pPr>
            <a:lvl7pPr>
              <a:defRPr sz="2175" b="0">
                <a:solidFill>
                  <a:srgbClr val="142C3B"/>
                </a:solidFill>
                <a:latin typeface="DejaVu Sans"/>
                <a:ea typeface="DejaVu Sans"/>
                <a:cs typeface="DejaVu Sans"/>
              </a:defRPr>
            </a:lvl7pPr>
            <a:lvl8pPr>
              <a:defRPr sz="2175" b="0">
                <a:solidFill>
                  <a:srgbClr val="142C3B"/>
                </a:solidFill>
                <a:latin typeface="DejaVu Sans"/>
                <a:ea typeface="DejaVu Sans"/>
                <a:cs typeface="DejaVu Sans"/>
              </a:defRPr>
            </a:lvl8pPr>
            <a:lvl9pPr>
              <a:defRPr sz="2175" b="0">
                <a:solidFill>
                  <a:srgbClr val="142C3B"/>
                </a:solidFill>
                <a:latin typeface="DejaVu Sans"/>
                <a:ea typeface="DejaVu Sans"/>
                <a:cs typeface="DejaVu Sans"/>
              </a:defRPr>
            </a:lvl9pPr>
          </a:lstStyle>
          <a:p xmlns:a="http://schemas.openxmlformats.org/drawingml/2006/main">
            <a:pPr>
              <a:defRPr sz="2175" b="0">
                <a:solidFill>
                  <a:srgbClr val="142C3B"/>
                </a:solidFill>
                <a:latin typeface="DejaVu Sans"/>
                <a:ea typeface="DejaVu Sans"/>
                <a:cs typeface="DejaVu Sans"/>
              </a:defRPr>
            </a:pPr>
            <a:r>
              <a:rPr sz="2175" b="0">
                <a:solidFill>
                  <a:srgbClr val="142C3B"/>
                </a:solidFill>
                <a:latin typeface="DejaVu Sans"/>
                <a:ea typeface="DejaVu Sans"/>
                <a:cs typeface="DejaVu Sans"/>
              </a:rPr>
              <a:t>CSV replay and validation</a:t>
            </a:r>
          </a:p>
          <a:p xmlns:a="http://schemas.openxmlformats.org/drawingml/2006/main">
            <a:pPr>
              <a:defRPr sz="2175" b="0">
                <a:solidFill>
                  <a:srgbClr val="142C3B"/>
                </a:solidFill>
                <a:latin typeface="DejaVu Sans"/>
                <a:ea typeface="DejaVu Sans"/>
                <a:cs typeface="DejaVu Sans"/>
              </a:defRPr>
            </a:pPr>
            <a:r>
              <a:rPr sz="2175" b="0">
                <a:solidFill>
                  <a:srgbClr val="142C3B"/>
                </a:solidFill>
                <a:latin typeface="DejaVu Sans"/>
                <a:ea typeface="DejaVu Sans"/>
                <a:cs typeface="DejaVu Sans"/>
              </a:rPr>
              <a:t>SQLite archive and replay history</a:t>
            </a:r>
          </a:p>
          <a:p xmlns:a="http://schemas.openxmlformats.org/drawingml/2006/main">
            <a:pPr>
              <a:defRPr sz="2175" b="0">
                <a:solidFill>
                  <a:srgbClr val="142C3B"/>
                </a:solidFill>
                <a:latin typeface="DejaVu Sans"/>
                <a:ea typeface="DejaVu Sans"/>
                <a:cs typeface="DejaVu Sans"/>
              </a:defRPr>
            </a:pPr>
            <a:r>
              <a:rPr sz="2175" b="0">
                <a:solidFill>
                  <a:srgbClr val="142C3B"/>
                </a:solidFill>
                <a:latin typeface="DejaVu Sans"/>
                <a:ea typeface="DejaVu Sans"/>
                <a:cs typeface="DejaVu Sans"/>
              </a:rPr>
              <a:t>Health, alerts, and dashboard</a:t>
            </a:r>
          </a:p>
          <a:p xmlns:a="http://schemas.openxmlformats.org/drawingml/2006/main">
            <a:pPr>
              <a:defRPr sz="2175" b="0">
                <a:solidFill>
                  <a:srgbClr val="142C3B"/>
                </a:solidFill>
                <a:latin typeface="DejaVu Sans"/>
                <a:ea typeface="DejaVu Sans"/>
                <a:cs typeface="DejaVu Sans"/>
              </a:defRPr>
            </a:pPr>
            <a:r>
              <a:rPr sz="2175" b="0">
                <a:solidFill>
                  <a:srgbClr val="142C3B"/>
                </a:solidFill>
                <a:latin typeface="DejaVu Sans"/>
                <a:ea typeface="DejaVu Sans"/>
                <a:cs typeface="DejaVu Sans"/>
              </a:rPr>
              <a:t>Supervisor restart and logs</a:t>
            </a:r>
          </a:p>
        </p:txBody>
      </p:sp>
      <p:sp>
        <p:nvSpPr>
          <p:cNvPr id="7" name="boundary">
            <a:extLst xmlns:a="http://schemas.openxmlformats.org/drawingml/2006/main">
              <a:ext uri="{FF2B5EF4-FFF2-40B4-BE49-F238E27FC236}">
                <a16:creationId xmlns:a16="http://schemas.microsoft.com/office/drawing/2014/main" id="{34743400-07EE-4B87-9838-0C583A8F243F}"/>
              </a:ext>
            </a:extLst>
          </p:cNvPr>
          <p:cNvSpPr>
            <a:spLocks xmlns:a="http://schemas.openxmlformats.org/drawingml/2006/main" noGrp="1"/>
          </p:cNvSpPr>
          <p:nvPr/>
        </p:nvSpPr>
        <p:spPr>
          <a:xfrm xmlns:a="http://schemas.openxmlformats.org/drawingml/2006/main">
            <a:off x="609600" y="547687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35969"/>
                </a:solidFill>
                <a:latin typeface="DejaVu Sans"/>
                <a:ea typeface="DejaVu Sans"/>
                <a:cs typeface="DejaVu Sans"/>
              </a:defRPr>
            </a:defPPr>
            <a:lvl1pPr>
              <a:defRPr sz="2025" b="0">
                <a:solidFill>
                  <a:srgbClr val="435969"/>
                </a:solidFill>
                <a:latin typeface="DejaVu Sans"/>
                <a:ea typeface="DejaVu Sans"/>
                <a:cs typeface="DejaVu Sans"/>
              </a:defRPr>
            </a:lvl1pPr>
            <a:lvl2pPr>
              <a:defRPr sz="2025" b="0">
                <a:solidFill>
                  <a:srgbClr val="435969"/>
                </a:solidFill>
                <a:latin typeface="DejaVu Sans"/>
                <a:ea typeface="DejaVu Sans"/>
                <a:cs typeface="DejaVu Sans"/>
              </a:defRPr>
            </a:lvl2pPr>
            <a:lvl3pPr>
              <a:defRPr sz="2025" b="0">
                <a:solidFill>
                  <a:srgbClr val="435969"/>
                </a:solidFill>
                <a:latin typeface="DejaVu Sans"/>
                <a:ea typeface="DejaVu Sans"/>
                <a:cs typeface="DejaVu Sans"/>
              </a:defRPr>
            </a:lvl3pPr>
            <a:lvl4pPr>
              <a:defRPr sz="2025" b="0">
                <a:solidFill>
                  <a:srgbClr val="435969"/>
                </a:solidFill>
                <a:latin typeface="DejaVu Sans"/>
                <a:ea typeface="DejaVu Sans"/>
                <a:cs typeface="DejaVu Sans"/>
              </a:defRPr>
            </a:lvl4pPr>
            <a:lvl5pPr>
              <a:defRPr sz="2025" b="0">
                <a:solidFill>
                  <a:srgbClr val="435969"/>
                </a:solidFill>
                <a:latin typeface="DejaVu Sans"/>
                <a:ea typeface="DejaVu Sans"/>
                <a:cs typeface="DejaVu Sans"/>
              </a:defRPr>
            </a:lvl5pPr>
            <a:lvl6pPr>
              <a:defRPr sz="2025" b="0">
                <a:solidFill>
                  <a:srgbClr val="435969"/>
                </a:solidFill>
                <a:latin typeface="DejaVu Sans"/>
                <a:ea typeface="DejaVu Sans"/>
                <a:cs typeface="DejaVu Sans"/>
              </a:defRPr>
            </a:lvl6pPr>
            <a:lvl7pPr>
              <a:defRPr sz="2025" b="0">
                <a:solidFill>
                  <a:srgbClr val="435969"/>
                </a:solidFill>
                <a:latin typeface="DejaVu Sans"/>
                <a:ea typeface="DejaVu Sans"/>
                <a:cs typeface="DejaVu Sans"/>
              </a:defRPr>
            </a:lvl7pPr>
            <a:lvl8pPr>
              <a:defRPr sz="2025" b="0">
                <a:solidFill>
                  <a:srgbClr val="435969"/>
                </a:solidFill>
                <a:latin typeface="DejaVu Sans"/>
                <a:ea typeface="DejaVu Sans"/>
                <a:cs typeface="DejaVu Sans"/>
              </a:defRPr>
            </a:lvl8pPr>
            <a:lvl9pPr>
              <a:defRPr sz="2025" b="0">
                <a:solidFill>
                  <a:srgbClr val="435969"/>
                </a:solidFill>
                <a:latin typeface="DejaVu Sans"/>
                <a:ea typeface="DejaVu Sans"/>
                <a:cs typeface="DejaVu Sans"/>
              </a:defRPr>
            </a:lvl9pPr>
          </a:lstStyle>
          <a:p xmlns:a="http://schemas.openxmlformats.org/drawingml/2006/main">
            <a:pPr>
              <a:defRPr sz="2025" b="0">
                <a:solidFill>
                  <a:srgbClr val="435969"/>
                </a:solidFill>
                <a:latin typeface="DejaVu Sans"/>
                <a:ea typeface="DejaVu Sans"/>
                <a:cs typeface="DejaVu Sans"/>
              </a:defRPr>
            </a:pPr>
            <a:r>
              <a:rPr sz="2025" b="0">
                <a:solidFill>
                  <a:srgbClr val="435969"/>
                </a:solidFill>
                <a:latin typeface="DejaVu Sans"/>
                <a:ea typeface="DejaVu Sans"/>
                <a:cs typeface="DejaVu Sans"/>
              </a:rPr>
              <a:t>Temperature does not supply tank depth. Both workflows share the Flask app.</a:t>
            </a:r>
          </a:p>
        </p:txBody>
      </p:sp>
    </p:spTree>
    <p:extLst>
      <p:ext uri="{BB962C8B-B14F-4D97-AF65-F5344CB8AC3E}">
        <p14:creationId xmlns:p14="http://schemas.microsoft.com/office/powerpoint/2010/main" val="1027609024"/>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A885AA3-AE31-4D0C-B49D-B6CE2B2E4FAD}"/>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C3B"/>
                </a:solidFill>
                <a:latin typeface="DejaVu Sans"/>
                <a:ea typeface="DejaVu Sans"/>
                <a:cs typeface="DejaVu Sans"/>
              </a:defRPr>
            </a:defPPr>
            <a:lvl1pPr>
              <a:defRPr sz="3300" b="1">
                <a:solidFill>
                  <a:srgbClr val="142C3B"/>
                </a:solidFill>
                <a:latin typeface="DejaVu Sans"/>
                <a:ea typeface="DejaVu Sans"/>
                <a:cs typeface="DejaVu Sans"/>
              </a:defRPr>
            </a:lvl1pPr>
            <a:lvl2pPr>
              <a:defRPr sz="3300" b="1">
                <a:solidFill>
                  <a:srgbClr val="142C3B"/>
                </a:solidFill>
                <a:latin typeface="DejaVu Sans"/>
                <a:ea typeface="DejaVu Sans"/>
                <a:cs typeface="DejaVu Sans"/>
              </a:defRPr>
            </a:lvl2pPr>
            <a:lvl3pPr>
              <a:defRPr sz="3300" b="1">
                <a:solidFill>
                  <a:srgbClr val="142C3B"/>
                </a:solidFill>
                <a:latin typeface="DejaVu Sans"/>
                <a:ea typeface="DejaVu Sans"/>
                <a:cs typeface="DejaVu Sans"/>
              </a:defRPr>
            </a:lvl3pPr>
            <a:lvl4pPr>
              <a:defRPr sz="3300" b="1">
                <a:solidFill>
                  <a:srgbClr val="142C3B"/>
                </a:solidFill>
                <a:latin typeface="DejaVu Sans"/>
                <a:ea typeface="DejaVu Sans"/>
                <a:cs typeface="DejaVu Sans"/>
              </a:defRPr>
            </a:lvl4pPr>
            <a:lvl5pPr>
              <a:defRPr sz="3300" b="1">
                <a:solidFill>
                  <a:srgbClr val="142C3B"/>
                </a:solidFill>
                <a:latin typeface="DejaVu Sans"/>
                <a:ea typeface="DejaVu Sans"/>
                <a:cs typeface="DejaVu Sans"/>
              </a:defRPr>
            </a:lvl5pPr>
            <a:lvl6pPr>
              <a:defRPr sz="3300" b="1">
                <a:solidFill>
                  <a:srgbClr val="142C3B"/>
                </a:solidFill>
                <a:latin typeface="DejaVu Sans"/>
                <a:ea typeface="DejaVu Sans"/>
                <a:cs typeface="DejaVu Sans"/>
              </a:defRPr>
            </a:lvl6pPr>
            <a:lvl7pPr>
              <a:defRPr sz="3300" b="1">
                <a:solidFill>
                  <a:srgbClr val="142C3B"/>
                </a:solidFill>
                <a:latin typeface="DejaVu Sans"/>
                <a:ea typeface="DejaVu Sans"/>
                <a:cs typeface="DejaVu Sans"/>
              </a:defRPr>
            </a:lvl7pPr>
            <a:lvl8pPr>
              <a:defRPr sz="3300" b="1">
                <a:solidFill>
                  <a:srgbClr val="142C3B"/>
                </a:solidFill>
                <a:latin typeface="DejaVu Sans"/>
                <a:ea typeface="DejaVu Sans"/>
                <a:cs typeface="DejaVu Sans"/>
              </a:defRPr>
            </a:lvl8pPr>
            <a:lvl9pPr>
              <a:defRPr sz="3300" b="1">
                <a:solidFill>
                  <a:srgbClr val="142C3B"/>
                </a:solidFill>
                <a:latin typeface="DejaVu Sans"/>
                <a:ea typeface="DejaVu Sans"/>
                <a:cs typeface="DejaVu Sans"/>
              </a:defRPr>
            </a:lvl9pPr>
          </a:lstStyle>
          <a:p xmlns:a="http://schemas.openxmlformats.org/drawingml/2006/main">
            <a:pPr>
              <a:defRPr sz="3300" b="1">
                <a:solidFill>
                  <a:srgbClr val="142C3B"/>
                </a:solidFill>
                <a:latin typeface="DejaVu Sans"/>
                <a:ea typeface="DejaVu Sans"/>
                <a:cs typeface="DejaVu Sans"/>
              </a:defRPr>
            </a:pPr>
            <a:r>
              <a:rPr sz="3300" b="1">
                <a:solidFill>
                  <a:srgbClr val="142C3B"/>
                </a:solidFill>
                <a:latin typeface="DejaVu Sans"/>
                <a:ea typeface="DejaVu Sans"/>
                <a:cs typeface="DejaVu Sans"/>
              </a:rPr>
              <a:t>Live demonstration</a:t>
            </a:r>
          </a:p>
        </p:txBody>
      </p:sp>
      <p:sp>
        <p:nvSpPr>
          <p:cNvPr id="2" name="page">
            <a:extLst xmlns:a="http://schemas.openxmlformats.org/drawingml/2006/main">
              <a:ext uri="{FF2B5EF4-FFF2-40B4-BE49-F238E27FC236}">
                <a16:creationId xmlns:a16="http://schemas.microsoft.com/office/drawing/2014/main" id="{A6B4DF96-48DC-4EFA-9EDA-99FCB5184905}"/>
              </a:ext>
            </a:extLst>
          </p:cNvPr>
          <p:cNvSpPr>
            <a:spLocks xmlns:a="http://schemas.openxmlformats.org/drawingml/2006/main" noGrp="1"/>
          </p:cNvSpPr>
          <p:nvPr/>
        </p:nvSpPr>
        <p:spPr>
          <a:xfrm xmlns:a="http://schemas.openxmlformats.org/drawingml/2006/main">
            <a:off x="10668000" y="633412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35969"/>
                </a:solidFill>
                <a:latin typeface="DejaVu Sans"/>
                <a:ea typeface="DejaVu Sans"/>
                <a:cs typeface="DejaVu Sans"/>
              </a:defRPr>
            </a:defPPr>
            <a:lvl1pPr>
              <a:defRPr sz="1350" b="0">
                <a:solidFill>
                  <a:srgbClr val="435969"/>
                </a:solidFill>
                <a:latin typeface="DejaVu Sans"/>
                <a:ea typeface="DejaVu Sans"/>
                <a:cs typeface="DejaVu Sans"/>
              </a:defRPr>
            </a:lvl1pPr>
            <a:lvl2pPr>
              <a:defRPr sz="1350" b="0">
                <a:solidFill>
                  <a:srgbClr val="435969"/>
                </a:solidFill>
                <a:latin typeface="DejaVu Sans"/>
                <a:ea typeface="DejaVu Sans"/>
                <a:cs typeface="DejaVu Sans"/>
              </a:defRPr>
            </a:lvl2pPr>
            <a:lvl3pPr>
              <a:defRPr sz="1350" b="0">
                <a:solidFill>
                  <a:srgbClr val="435969"/>
                </a:solidFill>
                <a:latin typeface="DejaVu Sans"/>
                <a:ea typeface="DejaVu Sans"/>
                <a:cs typeface="DejaVu Sans"/>
              </a:defRPr>
            </a:lvl3pPr>
            <a:lvl4pPr>
              <a:defRPr sz="1350" b="0">
                <a:solidFill>
                  <a:srgbClr val="435969"/>
                </a:solidFill>
                <a:latin typeface="DejaVu Sans"/>
                <a:ea typeface="DejaVu Sans"/>
                <a:cs typeface="DejaVu Sans"/>
              </a:defRPr>
            </a:lvl4pPr>
            <a:lvl5pPr>
              <a:defRPr sz="1350" b="0">
                <a:solidFill>
                  <a:srgbClr val="435969"/>
                </a:solidFill>
                <a:latin typeface="DejaVu Sans"/>
                <a:ea typeface="DejaVu Sans"/>
                <a:cs typeface="DejaVu Sans"/>
              </a:defRPr>
            </a:lvl5pPr>
            <a:lvl6pPr>
              <a:defRPr sz="1350" b="0">
                <a:solidFill>
                  <a:srgbClr val="435969"/>
                </a:solidFill>
                <a:latin typeface="DejaVu Sans"/>
                <a:ea typeface="DejaVu Sans"/>
                <a:cs typeface="DejaVu Sans"/>
              </a:defRPr>
            </a:lvl6pPr>
            <a:lvl7pPr>
              <a:defRPr sz="1350" b="0">
                <a:solidFill>
                  <a:srgbClr val="435969"/>
                </a:solidFill>
                <a:latin typeface="DejaVu Sans"/>
                <a:ea typeface="DejaVu Sans"/>
                <a:cs typeface="DejaVu Sans"/>
              </a:defRPr>
            </a:lvl7pPr>
            <a:lvl8pPr>
              <a:defRPr sz="1350" b="0">
                <a:solidFill>
                  <a:srgbClr val="435969"/>
                </a:solidFill>
                <a:latin typeface="DejaVu Sans"/>
                <a:ea typeface="DejaVu Sans"/>
                <a:cs typeface="DejaVu Sans"/>
              </a:defRPr>
            </a:lvl8pPr>
            <a:lvl9pPr>
              <a:defRPr sz="1350" b="0">
                <a:solidFill>
                  <a:srgbClr val="435969"/>
                </a:solidFill>
                <a:latin typeface="DejaVu Sans"/>
                <a:ea typeface="DejaVu Sans"/>
                <a:cs typeface="DejaVu Sans"/>
              </a:defRPr>
            </a:lvl9pPr>
          </a:lstStyle>
          <a:p xmlns:a="http://schemas.openxmlformats.org/drawingml/2006/main">
            <a:pPr>
              <a:defRPr sz="1350" b="0">
                <a:solidFill>
                  <a:srgbClr val="435969"/>
                </a:solidFill>
                <a:latin typeface="DejaVu Sans"/>
                <a:ea typeface="DejaVu Sans"/>
                <a:cs typeface="DejaVu Sans"/>
              </a:defRPr>
            </a:pPr>
            <a:r>
              <a:rPr sz="1350" b="0">
                <a:solidFill>
                  <a:srgbClr val="435969"/>
                </a:solidFill>
                <a:latin typeface="DejaVu Sans"/>
                <a:ea typeface="DejaVu Sans"/>
                <a:cs typeface="DejaVu Sans"/>
              </a:rPr>
              <a:t>5 / 8</a:t>
            </a:r>
          </a:p>
        </p:txBody>
      </p:sp>
      <p:graphicFrame>
        <p:nvGraphicFramePr>
          <p:cNvPr id="3" name="">
            <a:extLst xmlns:a="http://schemas.openxmlformats.org/drawingml/2006/main">
              <a:ext uri="{FF2B5EF4-FFF2-40B4-BE49-F238E27FC236}">
                <a16:creationId xmlns:a16="http://schemas.microsoft.com/office/drawing/2014/main" id="{F676CB51-15B9-45AC-8734-1767A20B3883}"/>
              </a:ext>
            </a:extLst>
          </p:cNvPr>
          <p:cNvGraphicFramePr/>
          <p:nvPr/>
        </p:nvGraphicFramePr>
        <p:xfrm>
          <a:off xmlns:a="http://schemas.openxmlformats.org/drawingml/2006/main" x="609600" y="1714500"/>
          <a:ext xmlns:a="http://schemas.openxmlformats.org/drawingml/2006/main" cx="10972800" cy="3857625"/>
        </p:xfrm>
        <a:graphic xmlns:a="http://schemas.openxmlformats.org/drawingml/2006/main">
          <a:graphicData uri="http://schemas.openxmlformats.org/drawingml/2006/table">
            <a:tbl>
              <a:tblPr/>
              <a:tblGrid>
                <a:gridCol w="5619750"/>
                <a:gridCol w="5353050"/>
              </a:tblGrid>
              <a:tr h="771525">
                <a:tc>
                  <a:txBody>
                    <a:bodyPr/>
                    <a:lstStyle/>
                    <a:p>
                      <a:r>
                        <a:rPr sz="1800" b="1">
                          <a:solidFill>
                            <a:srgbClr val="FFFFFF"/>
                          </a:solidFill>
                          <a:latin typeface="DejaVu Sans"/>
                          <a:ea typeface="DejaVu Sans"/>
                          <a:cs typeface="DejaVu Sans"/>
                        </a:rPr>
                        <a:t>Action</a:t>
                      </a:r>
                    </a:p>
                  </a:txBody>
                  <a:tcPr marL="91440" marR="91440" marT="45720" marB="45720">
                    <a:solidFill>
                      <a:srgbClr val="142C3B"/>
                    </a:solidFill>
                  </a:tcPr>
                </a:tc>
                <a:tc>
                  <a:txBody>
                    <a:bodyPr/>
                    <a:lstStyle/>
                    <a:p>
                      <a:r>
                        <a:rPr sz="1800" b="1">
                          <a:solidFill>
                            <a:srgbClr val="FFFFFF"/>
                          </a:solidFill>
                          <a:latin typeface="DejaVu Sans"/>
                          <a:ea typeface="DejaVu Sans"/>
                          <a:cs typeface="DejaVu Sans"/>
                        </a:rPr>
                        <a:t>Expected behavior</a:t>
                      </a:r>
                    </a:p>
                  </a:txBody>
                  <a:tcPr marL="91440" marR="91440" marT="45720" marB="45720">
                    <a:solidFill>
                      <a:srgbClr val="142C3B"/>
                    </a:solidFill>
                  </a:tcPr>
                </a:tc>
              </a:tr>
              <a:tr h="771525">
                <a:tc>
                  <a:txBody>
                    <a:bodyPr/>
                    <a:lstStyle/>
                    <a:p>
                      <a:r>
                        <a:rPr sz="1800" b="0">
                          <a:solidFill>
                            <a:srgbClr val="142C3B"/>
                          </a:solidFill>
                          <a:latin typeface="DejaVu Sans"/>
                          <a:ea typeface="DejaVu Sans"/>
                          <a:cs typeface="DejaVu Sans"/>
                        </a:rPr>
                        <a:t>10 ft × 6 ft × 8 in</a:t>
                      </a:r>
                    </a:p>
                  </a:txBody>
                  <a:tcPr marL="91440" marR="91440" marT="45720" marB="45720">
                    <a:solidFill>
                      <a:srgbClr val="FFFFFF"/>
                    </a:solidFill>
                  </a:tcPr>
                </a:tc>
                <a:tc>
                  <a:txBody>
                    <a:bodyPr/>
                    <a:lstStyle/>
                    <a:p>
                      <a:r>
                        <a:rPr sz="1800" b="0">
                          <a:solidFill>
                            <a:srgbClr val="142C3B"/>
                          </a:solidFill>
                          <a:latin typeface="DejaVu Sans"/>
                          <a:ea typeface="DejaVu Sans"/>
                          <a:cs typeface="DejaVu Sans"/>
                        </a:rPr>
                        <a:t>299.2208 US gal</a:t>
                      </a:r>
                    </a:p>
                  </a:txBody>
                  <a:tcPr marL="91440" marR="91440" marT="45720" marB="45720">
                    <a:solidFill>
                      <a:srgbClr val="FFFFFF"/>
                    </a:solidFill>
                  </a:tcPr>
                </a:tc>
              </a:tr>
              <a:tr h="771525">
                <a:tc>
                  <a:txBody>
                    <a:bodyPr/>
                    <a:lstStyle/>
                    <a:p>
                      <a:r>
                        <a:rPr sz="1800" b="0">
                          <a:solidFill>
                            <a:srgbClr val="142C3B"/>
                          </a:solidFill>
                          <a:latin typeface="DejaVu Sans"/>
                          <a:ea typeface="DejaVu Sans"/>
                          <a:cs typeface="DejaVu Sans"/>
                        </a:rPr>
                        <a:t>10 ft × 6 ft × 2.5 ft</a:t>
                      </a:r>
                    </a:p>
                  </a:txBody>
                  <a:tcPr marL="91440" marR="91440" marT="45720" marB="45720">
                    <a:solidFill>
                      <a:srgbClr val="F7F5F0"/>
                    </a:solidFill>
                  </a:tcPr>
                </a:tc>
                <a:tc>
                  <a:txBody>
                    <a:bodyPr/>
                    <a:lstStyle/>
                    <a:p>
                      <a:r>
                        <a:rPr sz="1800" b="0">
                          <a:solidFill>
                            <a:srgbClr val="142C3B"/>
                          </a:solidFill>
                          <a:latin typeface="DejaVu Sans"/>
                          <a:ea typeface="DejaVu Sans"/>
                          <a:cs typeface="DejaVu Sans"/>
                        </a:rPr>
                        <a:t>1122.0780 US gal</a:t>
                      </a:r>
                    </a:p>
                  </a:txBody>
                  <a:tcPr marL="91440" marR="91440" marT="45720" marB="45720">
                    <a:solidFill>
                      <a:srgbClr val="F7F5F0"/>
                    </a:solidFill>
                  </a:tcPr>
                </a:tc>
              </a:tr>
              <a:tr h="771525">
                <a:tc>
                  <a:txBody>
                    <a:bodyPr/>
                    <a:lstStyle/>
                    <a:p>
                      <a:r>
                        <a:rPr sz="1800" b="0">
                          <a:solidFill>
                            <a:srgbClr val="142C3B"/>
                          </a:solidFill>
                          <a:latin typeface="DejaVu Sans"/>
                          <a:ea typeface="DejaVu Sans"/>
                          <a:cs typeface="DejaVu Sans"/>
                        </a:rPr>
                        <a:t>Depth = −1</a:t>
                      </a:r>
                    </a:p>
                  </a:txBody>
                  <a:tcPr marL="91440" marR="91440" marT="45720" marB="45720">
                    <a:solidFill>
                      <a:srgbClr val="FFFFFF"/>
                    </a:solidFill>
                  </a:tcPr>
                </a:tc>
                <a:tc>
                  <a:txBody>
                    <a:bodyPr/>
                    <a:lstStyle/>
                    <a:p>
                      <a:r>
                        <a:rPr sz="1800" b="0">
                          <a:solidFill>
                            <a:srgbClr val="142C3B"/>
                          </a:solidFill>
                          <a:latin typeface="DejaVu Sans"/>
                          <a:ea typeface="DejaVu Sans"/>
                          <a:cs typeface="DejaVu Sans"/>
                        </a:rPr>
                        <a:t>Calculation refused with a reason</a:t>
                      </a:r>
                    </a:p>
                  </a:txBody>
                  <a:tcPr marL="91440" marR="91440" marT="45720" marB="45720">
                    <a:solidFill>
                      <a:srgbClr val="FFFFFF"/>
                    </a:solidFill>
                  </a:tcPr>
                </a:tc>
              </a:tr>
              <a:tr h="771525">
                <a:tc>
                  <a:txBody>
                    <a:bodyPr/>
                    <a:lstStyle/>
                    <a:p>
                      <a:r>
                        <a:rPr sz="1800" b="0">
                          <a:solidFill>
                            <a:srgbClr val="142C3B"/>
                          </a:solidFill>
                          <a:latin typeface="DejaVu Sans"/>
                          <a:ea typeface="DejaVu Sans"/>
                          <a:cs typeface="DejaVu Sans"/>
                        </a:rPr>
                        <a:t>Open dashboard and history</a:t>
                      </a:r>
                    </a:p>
                  </a:txBody>
                  <a:tcPr marL="91440" marR="91440" marT="45720" marB="45720">
                    <a:solidFill>
                      <a:srgbClr val="F7F5F0"/>
                    </a:solidFill>
                  </a:tcPr>
                </a:tc>
                <a:tc>
                  <a:txBody>
                    <a:bodyPr/>
                    <a:lstStyle/>
                    <a:p>
                      <a:r>
                        <a:rPr sz="1800" b="0">
                          <a:solidFill>
                            <a:srgbClr val="142C3B"/>
                          </a:solidFill>
                          <a:latin typeface="DejaVu Sans"/>
                          <a:ea typeface="DejaVu Sans"/>
                          <a:cs typeface="DejaVu Sans"/>
                        </a:rPr>
                        <a:t>Replay status and original timestamps</a:t>
                      </a:r>
                    </a:p>
                  </a:txBody>
                  <a:tcPr marL="91440" marR="91440" marT="45720" marB="45720">
                    <a:solidFill>
                      <a:srgbClr val="F7F5F0"/>
                    </a:solidFill>
                  </a:tcPr>
                </a:tc>
              </a:tr>
            </a:tbl>
          </a:graphicData>
        </a:graphic>
      </p:graphicFrame>
      <p:sp>
        <p:nvSpPr>
          <p:cNvPr id="4" name="url">
            <a:extLst xmlns:a="http://schemas.openxmlformats.org/drawingml/2006/main">
              <a:ext uri="{FF2B5EF4-FFF2-40B4-BE49-F238E27FC236}">
                <a16:creationId xmlns:a16="http://schemas.microsoft.com/office/drawing/2014/main" id="{8545C510-CB0A-401D-8EC0-699885258854}"/>
              </a:ext>
            </a:extLst>
          </p:cNvPr>
          <p:cNvSpPr>
            <a:spLocks xmlns:a="http://schemas.openxmlformats.org/drawingml/2006/main" noGrp="1"/>
          </p:cNvSpPr>
          <p:nvPr/>
        </p:nvSpPr>
        <p:spPr>
          <a:xfrm xmlns:a="http://schemas.openxmlformats.org/drawingml/2006/main">
            <a:off x="609600" y="5857875"/>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36C68"/>
                </a:solidFill>
                <a:latin typeface="DejaVu Sans"/>
                <a:ea typeface="DejaVu Sans"/>
                <a:cs typeface="DejaVu Sans"/>
              </a:defRPr>
            </a:defPPr>
            <a:lvl1pPr>
              <a:defRPr sz="1875" b="0">
                <a:solidFill>
                  <a:srgbClr val="136C68"/>
                </a:solidFill>
                <a:latin typeface="DejaVu Sans"/>
                <a:ea typeface="DejaVu Sans"/>
                <a:cs typeface="DejaVu Sans"/>
              </a:defRPr>
            </a:lvl1pPr>
            <a:lvl2pPr>
              <a:defRPr sz="1875" b="0">
                <a:solidFill>
                  <a:srgbClr val="136C68"/>
                </a:solidFill>
                <a:latin typeface="DejaVu Sans"/>
                <a:ea typeface="DejaVu Sans"/>
                <a:cs typeface="DejaVu Sans"/>
              </a:defRPr>
            </a:lvl2pPr>
            <a:lvl3pPr>
              <a:defRPr sz="1875" b="0">
                <a:solidFill>
                  <a:srgbClr val="136C68"/>
                </a:solidFill>
                <a:latin typeface="DejaVu Sans"/>
                <a:ea typeface="DejaVu Sans"/>
                <a:cs typeface="DejaVu Sans"/>
              </a:defRPr>
            </a:lvl3pPr>
            <a:lvl4pPr>
              <a:defRPr sz="1875" b="0">
                <a:solidFill>
                  <a:srgbClr val="136C68"/>
                </a:solidFill>
                <a:latin typeface="DejaVu Sans"/>
                <a:ea typeface="DejaVu Sans"/>
                <a:cs typeface="DejaVu Sans"/>
              </a:defRPr>
            </a:lvl4pPr>
            <a:lvl5pPr>
              <a:defRPr sz="1875" b="0">
                <a:solidFill>
                  <a:srgbClr val="136C68"/>
                </a:solidFill>
                <a:latin typeface="DejaVu Sans"/>
                <a:ea typeface="DejaVu Sans"/>
                <a:cs typeface="DejaVu Sans"/>
              </a:defRPr>
            </a:lvl5pPr>
            <a:lvl6pPr>
              <a:defRPr sz="1875" b="0">
                <a:solidFill>
                  <a:srgbClr val="136C68"/>
                </a:solidFill>
                <a:latin typeface="DejaVu Sans"/>
                <a:ea typeface="DejaVu Sans"/>
                <a:cs typeface="DejaVu Sans"/>
              </a:defRPr>
            </a:lvl6pPr>
            <a:lvl7pPr>
              <a:defRPr sz="1875" b="0">
                <a:solidFill>
                  <a:srgbClr val="136C68"/>
                </a:solidFill>
                <a:latin typeface="DejaVu Sans"/>
                <a:ea typeface="DejaVu Sans"/>
                <a:cs typeface="DejaVu Sans"/>
              </a:defRPr>
            </a:lvl7pPr>
            <a:lvl8pPr>
              <a:defRPr sz="1875" b="0">
                <a:solidFill>
                  <a:srgbClr val="136C68"/>
                </a:solidFill>
                <a:latin typeface="DejaVu Sans"/>
                <a:ea typeface="DejaVu Sans"/>
                <a:cs typeface="DejaVu Sans"/>
              </a:defRPr>
            </a:lvl8pPr>
            <a:lvl9pPr>
              <a:defRPr sz="1875" b="0">
                <a:solidFill>
                  <a:srgbClr val="136C68"/>
                </a:solidFill>
                <a:latin typeface="DejaVu Sans"/>
                <a:ea typeface="DejaVu Sans"/>
                <a:cs typeface="DejaVu Sans"/>
              </a:defRPr>
            </a:lvl9pPr>
          </a:lstStyle>
          <a:p xmlns:a="http://schemas.openxmlformats.org/drawingml/2006/main">
            <a:pPr>
              <a:defRPr sz="1875" b="0">
                <a:solidFill>
                  <a:srgbClr val="136C68"/>
                </a:solidFill>
                <a:latin typeface="DejaVu Sans"/>
                <a:ea typeface="DejaVu Sans"/>
                <a:cs typeface="DejaVu Sans"/>
              </a:defRPr>
            </a:pPr>
            <a:r>
              <a:rPr sz="1875" b="0">
                <a:solidFill>
                  <a:srgbClr val="136C68"/>
                </a:solidFill>
                <a:latin typeface="DejaVu Sans"/>
                <a:ea typeface="DejaVu Sans"/>
                <a:cs typeface="DejaVu Sans"/>
              </a:rPr>
              <a:t>http://127.0.0.1:5000/tank</a:t>
            </a:r>
          </a:p>
        </p:txBody>
      </p:sp>
    </p:spTree>
    <p:extLst>
      <p:ext uri="{BB962C8B-B14F-4D97-AF65-F5344CB8AC3E}">
        <p14:creationId xmlns:p14="http://schemas.microsoft.com/office/powerpoint/2010/main" val="1738026812"/>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EED397E-119B-43FD-99AA-AC5AE7FB7069}"/>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C3B"/>
                </a:solidFill>
                <a:latin typeface="DejaVu Sans"/>
                <a:ea typeface="DejaVu Sans"/>
                <a:cs typeface="DejaVu Sans"/>
              </a:defRPr>
            </a:defPPr>
            <a:lvl1pPr>
              <a:defRPr sz="3300" b="1">
                <a:solidFill>
                  <a:srgbClr val="142C3B"/>
                </a:solidFill>
                <a:latin typeface="DejaVu Sans"/>
                <a:ea typeface="DejaVu Sans"/>
                <a:cs typeface="DejaVu Sans"/>
              </a:defRPr>
            </a:lvl1pPr>
            <a:lvl2pPr>
              <a:defRPr sz="3300" b="1">
                <a:solidFill>
                  <a:srgbClr val="142C3B"/>
                </a:solidFill>
                <a:latin typeface="DejaVu Sans"/>
                <a:ea typeface="DejaVu Sans"/>
                <a:cs typeface="DejaVu Sans"/>
              </a:defRPr>
            </a:lvl2pPr>
            <a:lvl3pPr>
              <a:defRPr sz="3300" b="1">
                <a:solidFill>
                  <a:srgbClr val="142C3B"/>
                </a:solidFill>
                <a:latin typeface="DejaVu Sans"/>
                <a:ea typeface="DejaVu Sans"/>
                <a:cs typeface="DejaVu Sans"/>
              </a:defRPr>
            </a:lvl3pPr>
            <a:lvl4pPr>
              <a:defRPr sz="3300" b="1">
                <a:solidFill>
                  <a:srgbClr val="142C3B"/>
                </a:solidFill>
                <a:latin typeface="DejaVu Sans"/>
                <a:ea typeface="DejaVu Sans"/>
                <a:cs typeface="DejaVu Sans"/>
              </a:defRPr>
            </a:lvl4pPr>
            <a:lvl5pPr>
              <a:defRPr sz="3300" b="1">
                <a:solidFill>
                  <a:srgbClr val="142C3B"/>
                </a:solidFill>
                <a:latin typeface="DejaVu Sans"/>
                <a:ea typeface="DejaVu Sans"/>
                <a:cs typeface="DejaVu Sans"/>
              </a:defRPr>
            </a:lvl5pPr>
            <a:lvl6pPr>
              <a:defRPr sz="3300" b="1">
                <a:solidFill>
                  <a:srgbClr val="142C3B"/>
                </a:solidFill>
                <a:latin typeface="DejaVu Sans"/>
                <a:ea typeface="DejaVu Sans"/>
                <a:cs typeface="DejaVu Sans"/>
              </a:defRPr>
            </a:lvl6pPr>
            <a:lvl7pPr>
              <a:defRPr sz="3300" b="1">
                <a:solidFill>
                  <a:srgbClr val="142C3B"/>
                </a:solidFill>
                <a:latin typeface="DejaVu Sans"/>
                <a:ea typeface="DejaVu Sans"/>
                <a:cs typeface="DejaVu Sans"/>
              </a:defRPr>
            </a:lvl7pPr>
            <a:lvl8pPr>
              <a:defRPr sz="3300" b="1">
                <a:solidFill>
                  <a:srgbClr val="142C3B"/>
                </a:solidFill>
                <a:latin typeface="DejaVu Sans"/>
                <a:ea typeface="DejaVu Sans"/>
                <a:cs typeface="DejaVu Sans"/>
              </a:defRPr>
            </a:lvl8pPr>
            <a:lvl9pPr>
              <a:defRPr sz="3300" b="1">
                <a:solidFill>
                  <a:srgbClr val="142C3B"/>
                </a:solidFill>
                <a:latin typeface="DejaVu Sans"/>
                <a:ea typeface="DejaVu Sans"/>
                <a:cs typeface="DejaVu Sans"/>
              </a:defRPr>
            </a:lvl9pPr>
          </a:lstStyle>
          <a:p xmlns:a="http://schemas.openxmlformats.org/drawingml/2006/main">
            <a:pPr>
              <a:defRPr sz="3300" b="1">
                <a:solidFill>
                  <a:srgbClr val="142C3B"/>
                </a:solidFill>
                <a:latin typeface="DejaVu Sans"/>
                <a:ea typeface="DejaVu Sans"/>
                <a:cs typeface="DejaVu Sans"/>
              </a:defRPr>
            </a:pPr>
            <a:r>
              <a:rPr sz="3300" b="1">
                <a:solidFill>
                  <a:srgbClr val="142C3B"/>
                </a:solidFill>
                <a:latin typeface="DejaVu Sans"/>
                <a:ea typeface="DejaVu Sans"/>
                <a:cs typeface="DejaVu Sans"/>
              </a:rPr>
              <a:t>Calculation and test evidence</a:t>
            </a:r>
          </a:p>
        </p:txBody>
      </p:sp>
      <p:sp>
        <p:nvSpPr>
          <p:cNvPr id="2" name="page">
            <a:extLst xmlns:a="http://schemas.openxmlformats.org/drawingml/2006/main">
              <a:ext uri="{FF2B5EF4-FFF2-40B4-BE49-F238E27FC236}">
                <a16:creationId xmlns:a16="http://schemas.microsoft.com/office/drawing/2014/main" id="{23CB4E25-947C-4A92-B276-8EAB89F4E786}"/>
              </a:ext>
            </a:extLst>
          </p:cNvPr>
          <p:cNvSpPr>
            <a:spLocks xmlns:a="http://schemas.openxmlformats.org/drawingml/2006/main" noGrp="1"/>
          </p:cNvSpPr>
          <p:nvPr/>
        </p:nvSpPr>
        <p:spPr>
          <a:xfrm xmlns:a="http://schemas.openxmlformats.org/drawingml/2006/main">
            <a:off x="10668000" y="633412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35969"/>
                </a:solidFill>
                <a:latin typeface="DejaVu Sans"/>
                <a:ea typeface="DejaVu Sans"/>
                <a:cs typeface="DejaVu Sans"/>
              </a:defRPr>
            </a:defPPr>
            <a:lvl1pPr>
              <a:defRPr sz="1350" b="0">
                <a:solidFill>
                  <a:srgbClr val="435969"/>
                </a:solidFill>
                <a:latin typeface="DejaVu Sans"/>
                <a:ea typeface="DejaVu Sans"/>
                <a:cs typeface="DejaVu Sans"/>
              </a:defRPr>
            </a:lvl1pPr>
            <a:lvl2pPr>
              <a:defRPr sz="1350" b="0">
                <a:solidFill>
                  <a:srgbClr val="435969"/>
                </a:solidFill>
                <a:latin typeface="DejaVu Sans"/>
                <a:ea typeface="DejaVu Sans"/>
                <a:cs typeface="DejaVu Sans"/>
              </a:defRPr>
            </a:lvl2pPr>
            <a:lvl3pPr>
              <a:defRPr sz="1350" b="0">
                <a:solidFill>
                  <a:srgbClr val="435969"/>
                </a:solidFill>
                <a:latin typeface="DejaVu Sans"/>
                <a:ea typeface="DejaVu Sans"/>
                <a:cs typeface="DejaVu Sans"/>
              </a:defRPr>
            </a:lvl3pPr>
            <a:lvl4pPr>
              <a:defRPr sz="1350" b="0">
                <a:solidFill>
                  <a:srgbClr val="435969"/>
                </a:solidFill>
                <a:latin typeface="DejaVu Sans"/>
                <a:ea typeface="DejaVu Sans"/>
                <a:cs typeface="DejaVu Sans"/>
              </a:defRPr>
            </a:lvl4pPr>
            <a:lvl5pPr>
              <a:defRPr sz="1350" b="0">
                <a:solidFill>
                  <a:srgbClr val="435969"/>
                </a:solidFill>
                <a:latin typeface="DejaVu Sans"/>
                <a:ea typeface="DejaVu Sans"/>
                <a:cs typeface="DejaVu Sans"/>
              </a:defRPr>
            </a:lvl5pPr>
            <a:lvl6pPr>
              <a:defRPr sz="1350" b="0">
                <a:solidFill>
                  <a:srgbClr val="435969"/>
                </a:solidFill>
                <a:latin typeface="DejaVu Sans"/>
                <a:ea typeface="DejaVu Sans"/>
                <a:cs typeface="DejaVu Sans"/>
              </a:defRPr>
            </a:lvl6pPr>
            <a:lvl7pPr>
              <a:defRPr sz="1350" b="0">
                <a:solidFill>
                  <a:srgbClr val="435969"/>
                </a:solidFill>
                <a:latin typeface="DejaVu Sans"/>
                <a:ea typeface="DejaVu Sans"/>
                <a:cs typeface="DejaVu Sans"/>
              </a:defRPr>
            </a:lvl7pPr>
            <a:lvl8pPr>
              <a:defRPr sz="1350" b="0">
                <a:solidFill>
                  <a:srgbClr val="435969"/>
                </a:solidFill>
                <a:latin typeface="DejaVu Sans"/>
                <a:ea typeface="DejaVu Sans"/>
                <a:cs typeface="DejaVu Sans"/>
              </a:defRPr>
            </a:lvl8pPr>
            <a:lvl9pPr>
              <a:defRPr sz="1350" b="0">
                <a:solidFill>
                  <a:srgbClr val="435969"/>
                </a:solidFill>
                <a:latin typeface="DejaVu Sans"/>
                <a:ea typeface="DejaVu Sans"/>
                <a:cs typeface="DejaVu Sans"/>
              </a:defRPr>
            </a:lvl9pPr>
          </a:lstStyle>
          <a:p xmlns:a="http://schemas.openxmlformats.org/drawingml/2006/main">
            <a:pPr>
              <a:defRPr sz="1350" b="0">
                <a:solidFill>
                  <a:srgbClr val="435969"/>
                </a:solidFill>
                <a:latin typeface="DejaVu Sans"/>
                <a:ea typeface="DejaVu Sans"/>
                <a:cs typeface="DejaVu Sans"/>
              </a:defRPr>
            </a:pPr>
            <a:r>
              <a:rPr sz="1350" b="0">
                <a:solidFill>
                  <a:srgbClr val="435969"/>
                </a:solidFill>
                <a:latin typeface="DejaVu Sans"/>
                <a:ea typeface="DejaVu Sans"/>
                <a:cs typeface="DejaVu Sans"/>
              </a:rPr>
              <a:t>6 / 8</a:t>
            </a:r>
          </a:p>
        </p:txBody>
      </p:sp>
      <p:sp>
        <p:nvSpPr>
          <p:cNvPr id="3" name="metric">
            <a:extLst xmlns:a="http://schemas.openxmlformats.org/drawingml/2006/main">
              <a:ext uri="{FF2B5EF4-FFF2-40B4-BE49-F238E27FC236}">
                <a16:creationId xmlns:a16="http://schemas.microsoft.com/office/drawing/2014/main" id="{FB7239E9-E161-4424-8179-830874E98C1A}"/>
              </a:ext>
            </a:extLst>
          </p:cNvPr>
          <p:cNvSpPr>
            <a:spLocks xmlns:a="http://schemas.openxmlformats.org/drawingml/2006/main" noGrp="1"/>
          </p:cNvSpPr>
          <p:nvPr/>
        </p:nvSpPr>
        <p:spPr>
          <a:xfrm xmlns:a="http://schemas.openxmlformats.org/drawingml/2006/main">
            <a:off x="609600" y="16859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136C68"/>
                </a:solidFill>
                <a:latin typeface="DejaVu Sans"/>
                <a:ea typeface="DejaVu Sans"/>
                <a:cs typeface="DejaVu Sans"/>
              </a:defRPr>
            </a:defPPr>
            <a:lvl1pPr>
              <a:defRPr sz="4350" b="1">
                <a:solidFill>
                  <a:srgbClr val="136C68"/>
                </a:solidFill>
                <a:latin typeface="DejaVu Sans"/>
                <a:ea typeface="DejaVu Sans"/>
                <a:cs typeface="DejaVu Sans"/>
              </a:defRPr>
            </a:lvl1pPr>
            <a:lvl2pPr>
              <a:defRPr sz="4350" b="1">
                <a:solidFill>
                  <a:srgbClr val="136C68"/>
                </a:solidFill>
                <a:latin typeface="DejaVu Sans"/>
                <a:ea typeface="DejaVu Sans"/>
                <a:cs typeface="DejaVu Sans"/>
              </a:defRPr>
            </a:lvl2pPr>
            <a:lvl3pPr>
              <a:defRPr sz="4350" b="1">
                <a:solidFill>
                  <a:srgbClr val="136C68"/>
                </a:solidFill>
                <a:latin typeface="DejaVu Sans"/>
                <a:ea typeface="DejaVu Sans"/>
                <a:cs typeface="DejaVu Sans"/>
              </a:defRPr>
            </a:lvl3pPr>
            <a:lvl4pPr>
              <a:defRPr sz="4350" b="1">
                <a:solidFill>
                  <a:srgbClr val="136C68"/>
                </a:solidFill>
                <a:latin typeface="DejaVu Sans"/>
                <a:ea typeface="DejaVu Sans"/>
                <a:cs typeface="DejaVu Sans"/>
              </a:defRPr>
            </a:lvl4pPr>
            <a:lvl5pPr>
              <a:defRPr sz="4350" b="1">
                <a:solidFill>
                  <a:srgbClr val="136C68"/>
                </a:solidFill>
                <a:latin typeface="DejaVu Sans"/>
                <a:ea typeface="DejaVu Sans"/>
                <a:cs typeface="DejaVu Sans"/>
              </a:defRPr>
            </a:lvl5pPr>
            <a:lvl6pPr>
              <a:defRPr sz="4350" b="1">
                <a:solidFill>
                  <a:srgbClr val="136C68"/>
                </a:solidFill>
                <a:latin typeface="DejaVu Sans"/>
                <a:ea typeface="DejaVu Sans"/>
                <a:cs typeface="DejaVu Sans"/>
              </a:defRPr>
            </a:lvl6pPr>
            <a:lvl7pPr>
              <a:defRPr sz="4350" b="1">
                <a:solidFill>
                  <a:srgbClr val="136C68"/>
                </a:solidFill>
                <a:latin typeface="DejaVu Sans"/>
                <a:ea typeface="DejaVu Sans"/>
                <a:cs typeface="DejaVu Sans"/>
              </a:defRPr>
            </a:lvl7pPr>
            <a:lvl8pPr>
              <a:defRPr sz="4350" b="1">
                <a:solidFill>
                  <a:srgbClr val="136C68"/>
                </a:solidFill>
                <a:latin typeface="DejaVu Sans"/>
                <a:ea typeface="DejaVu Sans"/>
                <a:cs typeface="DejaVu Sans"/>
              </a:defRPr>
            </a:lvl8pPr>
            <a:lvl9pPr>
              <a:defRPr sz="4350" b="1">
                <a:solidFill>
                  <a:srgbClr val="136C68"/>
                </a:solidFill>
                <a:latin typeface="DejaVu Sans"/>
                <a:ea typeface="DejaVu Sans"/>
                <a:cs typeface="DejaVu Sans"/>
              </a:defRPr>
            </a:lvl9pPr>
          </a:lstStyle>
          <a:p xmlns:a="http://schemas.openxmlformats.org/drawingml/2006/main">
            <a:pPr>
              <a:defRPr sz="4350" b="1">
                <a:solidFill>
                  <a:srgbClr val="136C68"/>
                </a:solidFill>
                <a:latin typeface="DejaVu Sans"/>
                <a:ea typeface="DejaVu Sans"/>
                <a:cs typeface="DejaVu Sans"/>
              </a:defRPr>
            </a:pPr>
            <a:r>
              <a:rPr sz="4350" b="1">
                <a:solidFill>
                  <a:srgbClr val="136C68"/>
                </a:solidFill>
                <a:latin typeface="DejaVu Sans"/>
                <a:ea typeface="DejaVu Sans"/>
                <a:cs typeface="DejaVu Sans"/>
              </a:rPr>
              <a:t>21 passing test cases</a:t>
            </a:r>
          </a:p>
        </p:txBody>
      </p:sp>
      <p:graphicFrame>
        <p:nvGraphicFramePr>
          <p:cNvPr id="4" name="">
            <a:extLst xmlns:a="http://schemas.openxmlformats.org/drawingml/2006/main">
              <a:ext uri="{FF2B5EF4-FFF2-40B4-BE49-F238E27FC236}">
                <a16:creationId xmlns:a16="http://schemas.microsoft.com/office/drawing/2014/main" id="{C023D2F3-D64C-49E5-8403-2E189B54A285}"/>
              </a:ext>
            </a:extLst>
          </p:cNvPr>
          <p:cNvGraphicFramePr/>
          <p:nvPr/>
        </p:nvGraphicFramePr>
        <p:xfrm>
          <a:off xmlns:a="http://schemas.openxmlformats.org/drawingml/2006/main" x="609600" y="2809875"/>
          <a:ext xmlns:a="http://schemas.openxmlformats.org/drawingml/2006/main" cx="10972800" cy="2857500"/>
        </p:xfrm>
        <a:graphic xmlns:a="http://schemas.openxmlformats.org/drawingml/2006/main">
          <a:graphicData uri="http://schemas.openxmlformats.org/drawingml/2006/table">
            <a:tbl>
              <a:tblPr/>
              <a:tblGrid>
                <a:gridCol w="5095875"/>
                <a:gridCol w="5876925"/>
              </a:tblGrid>
              <a:tr h="571500">
                <a:tc>
                  <a:txBody>
                    <a:bodyPr/>
                    <a:lstStyle/>
                    <a:p>
                      <a:r>
                        <a:rPr sz="1800" b="1">
                          <a:solidFill>
                            <a:srgbClr val="FFFFFF"/>
                          </a:solidFill>
                          <a:latin typeface="DejaVu Sans"/>
                          <a:ea typeface="DejaVu Sans"/>
                          <a:cs typeface="DejaVu Sans"/>
                        </a:rPr>
                        <a:t>Required case</a:t>
                      </a:r>
                    </a:p>
                  </a:txBody>
                  <a:tcPr marL="91440" marR="91440" marT="45720" marB="45720">
                    <a:solidFill>
                      <a:srgbClr val="142C3B"/>
                    </a:solidFill>
                  </a:tcPr>
                </a:tc>
                <a:tc>
                  <a:txBody>
                    <a:bodyPr/>
                    <a:lstStyle/>
                    <a:p>
                      <a:r>
                        <a:rPr sz="1800" b="1">
                          <a:solidFill>
                            <a:srgbClr val="FFFFFF"/>
                          </a:solidFill>
                          <a:latin typeface="DejaVu Sans"/>
                          <a:ea typeface="DejaVu Sans"/>
                          <a:cs typeface="DejaVu Sans"/>
                        </a:rPr>
                        <a:t>Verification</a:t>
                      </a:r>
                    </a:p>
                  </a:txBody>
                  <a:tcPr marL="91440" marR="91440" marT="45720" marB="45720">
                    <a:solidFill>
                      <a:srgbClr val="142C3B"/>
                    </a:solidFill>
                  </a:tcPr>
                </a:tc>
              </a:tr>
              <a:tr h="571500">
                <a:tc>
                  <a:txBody>
                    <a:bodyPr/>
                    <a:lstStyle/>
                    <a:p>
                      <a:r>
                        <a:rPr sz="1800" b="0">
                          <a:solidFill>
                            <a:srgbClr val="142C3B"/>
                          </a:solidFill>
                          <a:latin typeface="DejaVu Sans"/>
                          <a:ea typeface="DejaVu Sans"/>
                          <a:cs typeface="DejaVu Sans"/>
                        </a:rPr>
                        <a:t>Known-correct workbook case</a:t>
                      </a:r>
                    </a:p>
                  </a:txBody>
                  <a:tcPr marL="91440" marR="91440" marT="45720" marB="45720">
                    <a:solidFill>
                      <a:srgbClr val="FFFFFF"/>
                    </a:solidFill>
                  </a:tcPr>
                </a:tc>
                <a:tc>
                  <a:txBody>
                    <a:bodyPr/>
                    <a:lstStyle/>
                    <a:p>
                      <a:r>
                        <a:rPr sz="1800" b="0">
                          <a:solidFill>
                            <a:srgbClr val="142C3B"/>
                          </a:solidFill>
                          <a:latin typeface="DejaVu Sans"/>
                          <a:ea typeface="DejaVu Sans"/>
                          <a:cs typeface="DejaVu Sans"/>
                        </a:rPr>
                        <a:t>R-101 matches 299.2208 US gal</a:t>
                      </a:r>
                    </a:p>
                  </a:txBody>
                  <a:tcPr marL="91440" marR="91440" marT="45720" marB="45720">
                    <a:solidFill>
                      <a:srgbClr val="FFFFFF"/>
                    </a:solidFill>
                  </a:tcPr>
                </a:tc>
              </a:tr>
              <a:tr h="571500">
                <a:tc>
                  <a:txBody>
                    <a:bodyPr/>
                    <a:lstStyle/>
                    <a:p>
                      <a:r>
                        <a:rPr sz="1800" b="0">
                          <a:solidFill>
                            <a:srgbClr val="142C3B"/>
                          </a:solidFill>
                          <a:latin typeface="DejaVu Sans"/>
                          <a:ea typeface="DejaVu Sans"/>
                          <a:cs typeface="DejaVu Sans"/>
                        </a:rPr>
                        <a:t>Problem / edge case</a:t>
                      </a:r>
                    </a:p>
                  </a:txBody>
                  <a:tcPr marL="91440" marR="91440" marT="45720" marB="45720">
                    <a:solidFill>
                      <a:srgbClr val="F7F5F0"/>
                    </a:solidFill>
                  </a:tcPr>
                </a:tc>
                <a:tc>
                  <a:txBody>
                    <a:bodyPr/>
                    <a:lstStyle/>
                    <a:p>
                      <a:r>
                        <a:rPr sz="1800" b="0">
                          <a:solidFill>
                            <a:srgbClr val="142C3B"/>
                          </a:solidFill>
                          <a:latin typeface="DejaVu Sans"/>
                          <a:ea typeface="DejaVu Sans"/>
                          <a:cs typeface="DejaVu Sans"/>
                        </a:rPr>
                        <a:t>R-108 unit regression and omitted total</a:t>
                      </a:r>
                    </a:p>
                  </a:txBody>
                  <a:tcPr marL="91440" marR="91440" marT="45720" marB="45720">
                    <a:solidFill>
                      <a:srgbClr val="F7F5F0"/>
                    </a:solidFill>
                  </a:tcPr>
                </a:tc>
              </a:tr>
              <a:tr h="571500">
                <a:tc>
                  <a:txBody>
                    <a:bodyPr/>
                    <a:lstStyle/>
                    <a:p>
                      <a:r>
                        <a:rPr sz="1800" b="0">
                          <a:solidFill>
                            <a:srgbClr val="142C3B"/>
                          </a:solidFill>
                          <a:latin typeface="DejaVu Sans"/>
                          <a:ea typeface="DejaVu Sans"/>
                          <a:cs typeface="DejaVu Sans"/>
                        </a:rPr>
                        <a:t>Invalid input</a:t>
                      </a:r>
                    </a:p>
                  </a:txBody>
                  <a:tcPr marL="91440" marR="91440" marT="45720" marB="45720">
                    <a:solidFill>
                      <a:srgbClr val="FFFFFF"/>
                    </a:solidFill>
                  </a:tcPr>
                </a:tc>
                <a:tc>
                  <a:txBody>
                    <a:bodyPr/>
                    <a:lstStyle/>
                    <a:p>
                      <a:r>
                        <a:rPr sz="1800" b="0">
                          <a:solidFill>
                            <a:srgbClr val="142C3B"/>
                          </a:solidFill>
                          <a:latin typeface="DejaVu Sans"/>
                          <a:ea typeface="DejaVu Sans"/>
                          <a:cs typeface="DejaVu Sans"/>
                        </a:rPr>
                        <a:t>HTTP 400 and specific refusal message</a:t>
                      </a:r>
                    </a:p>
                  </a:txBody>
                  <a:tcPr marL="91440" marR="91440" marT="45720" marB="45720">
                    <a:solidFill>
                      <a:srgbClr val="FFFFFF"/>
                    </a:solidFill>
                  </a:tcPr>
                </a:tc>
              </a:tr>
              <a:tr h="571500">
                <a:tc>
                  <a:txBody>
                    <a:bodyPr/>
                    <a:lstStyle/>
                    <a:p>
                      <a:r>
                        <a:rPr sz="1800" b="0">
                          <a:solidFill>
                            <a:srgbClr val="142C3B"/>
                          </a:solidFill>
                          <a:latin typeface="DejaVu Sans"/>
                          <a:ea typeface="DejaVu Sans"/>
                          <a:cs typeface="DejaVu Sans"/>
                        </a:rPr>
                        <a:t>Additional domain case</a:t>
                      </a:r>
                    </a:p>
                  </a:txBody>
                  <a:tcPr marL="91440" marR="91440" marT="45720" marB="45720">
                    <a:solidFill>
                      <a:srgbClr val="F7F5F0"/>
                    </a:solidFill>
                  </a:tcPr>
                </a:tc>
                <a:tc>
                  <a:txBody>
                    <a:bodyPr/>
                    <a:lstStyle/>
                    <a:p>
                      <a:r>
                        <a:rPr sz="1800" b="0">
                          <a:solidFill>
                            <a:srgbClr val="142C3B"/>
                          </a:solidFill>
                          <a:latin typeface="DejaVu Sans"/>
                          <a:ea typeface="DejaVu Sans"/>
                          <a:cs typeface="DejaVu Sans"/>
                        </a:rPr>
                        <a:t>Zero depth returns zero volume</a:t>
                      </a:r>
                    </a:p>
                  </a:txBody>
                  <a:tcPr marL="91440" marR="91440" marT="45720" marB="45720">
                    <a:solidFill>
                      <a:srgbClr val="F7F5F0"/>
                    </a:solidFill>
                  </a:tcPr>
                </a:tc>
              </a:tr>
            </a:tbl>
          </a:graphicData>
        </a:graphic>
      </p:graphicFrame>
      <p:sp>
        <p:nvSpPr>
          <p:cNvPr id="5" name="evidence">
            <a:extLst xmlns:a="http://schemas.openxmlformats.org/drawingml/2006/main">
              <a:ext uri="{FF2B5EF4-FFF2-40B4-BE49-F238E27FC236}">
                <a16:creationId xmlns:a16="http://schemas.microsoft.com/office/drawing/2014/main" id="{9FF6C9F9-F150-43C0-9C97-DC3D6507F43F}"/>
              </a:ext>
            </a:extLst>
          </p:cNvPr>
          <p:cNvSpPr>
            <a:spLocks xmlns:a="http://schemas.openxmlformats.org/drawingml/2006/main" noGrp="1"/>
          </p:cNvSpPr>
          <p:nvPr/>
        </p:nvSpPr>
        <p:spPr>
          <a:xfrm xmlns:a="http://schemas.openxmlformats.org/drawingml/2006/main">
            <a:off x="609600" y="5905500"/>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35969"/>
                </a:solidFill>
                <a:latin typeface="DejaVu Sans"/>
                <a:ea typeface="DejaVu Sans"/>
                <a:cs typeface="DejaVu Sans"/>
              </a:defRPr>
            </a:defPPr>
            <a:lvl1pPr>
              <a:defRPr sz="1725" b="0">
                <a:solidFill>
                  <a:srgbClr val="435969"/>
                </a:solidFill>
                <a:latin typeface="DejaVu Sans"/>
                <a:ea typeface="DejaVu Sans"/>
                <a:cs typeface="DejaVu Sans"/>
              </a:defRPr>
            </a:lvl1pPr>
            <a:lvl2pPr>
              <a:defRPr sz="1725" b="0">
                <a:solidFill>
                  <a:srgbClr val="435969"/>
                </a:solidFill>
                <a:latin typeface="DejaVu Sans"/>
                <a:ea typeface="DejaVu Sans"/>
                <a:cs typeface="DejaVu Sans"/>
              </a:defRPr>
            </a:lvl2pPr>
            <a:lvl3pPr>
              <a:defRPr sz="1725" b="0">
                <a:solidFill>
                  <a:srgbClr val="435969"/>
                </a:solidFill>
                <a:latin typeface="DejaVu Sans"/>
                <a:ea typeface="DejaVu Sans"/>
                <a:cs typeface="DejaVu Sans"/>
              </a:defRPr>
            </a:lvl3pPr>
            <a:lvl4pPr>
              <a:defRPr sz="1725" b="0">
                <a:solidFill>
                  <a:srgbClr val="435969"/>
                </a:solidFill>
                <a:latin typeface="DejaVu Sans"/>
                <a:ea typeface="DejaVu Sans"/>
                <a:cs typeface="DejaVu Sans"/>
              </a:defRPr>
            </a:lvl4pPr>
            <a:lvl5pPr>
              <a:defRPr sz="1725" b="0">
                <a:solidFill>
                  <a:srgbClr val="435969"/>
                </a:solidFill>
                <a:latin typeface="DejaVu Sans"/>
                <a:ea typeface="DejaVu Sans"/>
                <a:cs typeface="DejaVu Sans"/>
              </a:defRPr>
            </a:lvl5pPr>
            <a:lvl6pPr>
              <a:defRPr sz="1725" b="0">
                <a:solidFill>
                  <a:srgbClr val="435969"/>
                </a:solidFill>
                <a:latin typeface="DejaVu Sans"/>
                <a:ea typeface="DejaVu Sans"/>
                <a:cs typeface="DejaVu Sans"/>
              </a:defRPr>
            </a:lvl6pPr>
            <a:lvl7pPr>
              <a:defRPr sz="1725" b="0">
                <a:solidFill>
                  <a:srgbClr val="435969"/>
                </a:solidFill>
                <a:latin typeface="DejaVu Sans"/>
                <a:ea typeface="DejaVu Sans"/>
                <a:cs typeface="DejaVu Sans"/>
              </a:defRPr>
            </a:lvl7pPr>
            <a:lvl8pPr>
              <a:defRPr sz="1725" b="0">
                <a:solidFill>
                  <a:srgbClr val="435969"/>
                </a:solidFill>
                <a:latin typeface="DejaVu Sans"/>
                <a:ea typeface="DejaVu Sans"/>
                <a:cs typeface="DejaVu Sans"/>
              </a:defRPr>
            </a:lvl8pPr>
            <a:lvl9pPr>
              <a:defRPr sz="1725" b="0">
                <a:solidFill>
                  <a:srgbClr val="435969"/>
                </a:solidFill>
                <a:latin typeface="DejaVu Sans"/>
                <a:ea typeface="DejaVu Sans"/>
                <a:cs typeface="DejaVu Sans"/>
              </a:defRPr>
            </a:lvl9pPr>
          </a:lstStyle>
          <a:p xmlns:a="http://schemas.openxmlformats.org/drawingml/2006/main">
            <a:pPr>
              <a:defRPr sz="1725" b="0">
                <a:solidFill>
                  <a:srgbClr val="435969"/>
                </a:solidFill>
                <a:latin typeface="DejaVu Sans"/>
                <a:ea typeface="DejaVu Sans"/>
                <a:cs typeface="DejaVu Sans"/>
              </a:defRPr>
            </a:pPr>
            <a:r>
              <a:rPr sz="1725" b="0">
                <a:solidFill>
                  <a:srgbClr val="435969"/>
                </a:solidFill>
                <a:latin typeface="DejaVu Sans"/>
                <a:ea typeface="DejaVu Sans"/>
                <a:cs typeface="DejaVu Sans"/>
              </a:rPr>
              <a:t>All 18 original cached row values match the entered-inch calculations.</a:t>
            </a:r>
          </a:p>
        </p:txBody>
      </p:sp>
    </p:spTree>
    <p:extLst>
      <p:ext uri="{BB962C8B-B14F-4D97-AF65-F5344CB8AC3E}">
        <p14:creationId xmlns:p14="http://schemas.microsoft.com/office/powerpoint/2010/main" val="283013011"/>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A45481C-CAFD-4367-9A68-7E8D2960DFA2}"/>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C3B"/>
                </a:solidFill>
                <a:latin typeface="DejaVu Sans"/>
                <a:ea typeface="DejaVu Sans"/>
                <a:cs typeface="DejaVu Sans"/>
              </a:defRPr>
            </a:defPPr>
            <a:lvl1pPr>
              <a:defRPr sz="3300" b="1">
                <a:solidFill>
                  <a:srgbClr val="142C3B"/>
                </a:solidFill>
                <a:latin typeface="DejaVu Sans"/>
                <a:ea typeface="DejaVu Sans"/>
                <a:cs typeface="DejaVu Sans"/>
              </a:defRPr>
            </a:lvl1pPr>
            <a:lvl2pPr>
              <a:defRPr sz="3300" b="1">
                <a:solidFill>
                  <a:srgbClr val="142C3B"/>
                </a:solidFill>
                <a:latin typeface="DejaVu Sans"/>
                <a:ea typeface="DejaVu Sans"/>
                <a:cs typeface="DejaVu Sans"/>
              </a:defRPr>
            </a:lvl2pPr>
            <a:lvl3pPr>
              <a:defRPr sz="3300" b="1">
                <a:solidFill>
                  <a:srgbClr val="142C3B"/>
                </a:solidFill>
                <a:latin typeface="DejaVu Sans"/>
                <a:ea typeface="DejaVu Sans"/>
                <a:cs typeface="DejaVu Sans"/>
              </a:defRPr>
            </a:lvl3pPr>
            <a:lvl4pPr>
              <a:defRPr sz="3300" b="1">
                <a:solidFill>
                  <a:srgbClr val="142C3B"/>
                </a:solidFill>
                <a:latin typeface="DejaVu Sans"/>
                <a:ea typeface="DejaVu Sans"/>
                <a:cs typeface="DejaVu Sans"/>
              </a:defRPr>
            </a:lvl4pPr>
            <a:lvl5pPr>
              <a:defRPr sz="3300" b="1">
                <a:solidFill>
                  <a:srgbClr val="142C3B"/>
                </a:solidFill>
                <a:latin typeface="DejaVu Sans"/>
                <a:ea typeface="DejaVu Sans"/>
                <a:cs typeface="DejaVu Sans"/>
              </a:defRPr>
            </a:lvl5pPr>
            <a:lvl6pPr>
              <a:defRPr sz="3300" b="1">
                <a:solidFill>
                  <a:srgbClr val="142C3B"/>
                </a:solidFill>
                <a:latin typeface="DejaVu Sans"/>
                <a:ea typeface="DejaVu Sans"/>
                <a:cs typeface="DejaVu Sans"/>
              </a:defRPr>
            </a:lvl6pPr>
            <a:lvl7pPr>
              <a:defRPr sz="3300" b="1">
                <a:solidFill>
                  <a:srgbClr val="142C3B"/>
                </a:solidFill>
                <a:latin typeface="DejaVu Sans"/>
                <a:ea typeface="DejaVu Sans"/>
                <a:cs typeface="DejaVu Sans"/>
              </a:defRPr>
            </a:lvl7pPr>
            <a:lvl8pPr>
              <a:defRPr sz="3300" b="1">
                <a:solidFill>
                  <a:srgbClr val="142C3B"/>
                </a:solidFill>
                <a:latin typeface="DejaVu Sans"/>
                <a:ea typeface="DejaVu Sans"/>
                <a:cs typeface="DejaVu Sans"/>
              </a:defRPr>
            </a:lvl8pPr>
            <a:lvl9pPr>
              <a:defRPr sz="3300" b="1">
                <a:solidFill>
                  <a:srgbClr val="142C3B"/>
                </a:solidFill>
                <a:latin typeface="DejaVu Sans"/>
                <a:ea typeface="DejaVu Sans"/>
                <a:cs typeface="DejaVu Sans"/>
              </a:defRPr>
            </a:lvl9pPr>
          </a:lstStyle>
          <a:p xmlns:a="http://schemas.openxmlformats.org/drawingml/2006/main">
            <a:pPr>
              <a:defRPr sz="3300" b="1">
                <a:solidFill>
                  <a:srgbClr val="142C3B"/>
                </a:solidFill>
                <a:latin typeface="DejaVu Sans"/>
                <a:ea typeface="DejaVu Sans"/>
                <a:cs typeface="DejaVu Sans"/>
              </a:defRPr>
            </a:pPr>
            <a:r>
              <a:rPr sz="3300" b="1">
                <a:solidFill>
                  <a:srgbClr val="142C3B"/>
                </a:solidFill>
                <a:latin typeface="DejaVu Sans"/>
                <a:ea typeface="DejaVu Sans"/>
                <a:cs typeface="DejaVu Sans"/>
              </a:rPr>
              <a:t>Failure, recovery, and operation</a:t>
            </a:r>
          </a:p>
        </p:txBody>
      </p:sp>
      <p:sp>
        <p:nvSpPr>
          <p:cNvPr id="2" name="page">
            <a:extLst xmlns:a="http://schemas.openxmlformats.org/drawingml/2006/main">
              <a:ext uri="{FF2B5EF4-FFF2-40B4-BE49-F238E27FC236}">
                <a16:creationId xmlns:a16="http://schemas.microsoft.com/office/drawing/2014/main" id="{44081B69-0262-443C-BD07-03C6119AF413}"/>
              </a:ext>
            </a:extLst>
          </p:cNvPr>
          <p:cNvSpPr>
            <a:spLocks xmlns:a="http://schemas.openxmlformats.org/drawingml/2006/main" noGrp="1"/>
          </p:cNvSpPr>
          <p:nvPr/>
        </p:nvSpPr>
        <p:spPr>
          <a:xfrm xmlns:a="http://schemas.openxmlformats.org/drawingml/2006/main">
            <a:off x="10668000" y="633412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35969"/>
                </a:solidFill>
                <a:latin typeface="DejaVu Sans"/>
                <a:ea typeface="DejaVu Sans"/>
                <a:cs typeface="DejaVu Sans"/>
              </a:defRPr>
            </a:defPPr>
            <a:lvl1pPr>
              <a:defRPr sz="1350" b="0">
                <a:solidFill>
                  <a:srgbClr val="435969"/>
                </a:solidFill>
                <a:latin typeface="DejaVu Sans"/>
                <a:ea typeface="DejaVu Sans"/>
                <a:cs typeface="DejaVu Sans"/>
              </a:defRPr>
            </a:lvl1pPr>
            <a:lvl2pPr>
              <a:defRPr sz="1350" b="0">
                <a:solidFill>
                  <a:srgbClr val="435969"/>
                </a:solidFill>
                <a:latin typeface="DejaVu Sans"/>
                <a:ea typeface="DejaVu Sans"/>
                <a:cs typeface="DejaVu Sans"/>
              </a:defRPr>
            </a:lvl2pPr>
            <a:lvl3pPr>
              <a:defRPr sz="1350" b="0">
                <a:solidFill>
                  <a:srgbClr val="435969"/>
                </a:solidFill>
                <a:latin typeface="DejaVu Sans"/>
                <a:ea typeface="DejaVu Sans"/>
                <a:cs typeface="DejaVu Sans"/>
              </a:defRPr>
            </a:lvl3pPr>
            <a:lvl4pPr>
              <a:defRPr sz="1350" b="0">
                <a:solidFill>
                  <a:srgbClr val="435969"/>
                </a:solidFill>
                <a:latin typeface="DejaVu Sans"/>
                <a:ea typeface="DejaVu Sans"/>
                <a:cs typeface="DejaVu Sans"/>
              </a:defRPr>
            </a:lvl4pPr>
            <a:lvl5pPr>
              <a:defRPr sz="1350" b="0">
                <a:solidFill>
                  <a:srgbClr val="435969"/>
                </a:solidFill>
                <a:latin typeface="DejaVu Sans"/>
                <a:ea typeface="DejaVu Sans"/>
                <a:cs typeface="DejaVu Sans"/>
              </a:defRPr>
            </a:lvl5pPr>
            <a:lvl6pPr>
              <a:defRPr sz="1350" b="0">
                <a:solidFill>
                  <a:srgbClr val="435969"/>
                </a:solidFill>
                <a:latin typeface="DejaVu Sans"/>
                <a:ea typeface="DejaVu Sans"/>
                <a:cs typeface="DejaVu Sans"/>
              </a:defRPr>
            </a:lvl6pPr>
            <a:lvl7pPr>
              <a:defRPr sz="1350" b="0">
                <a:solidFill>
                  <a:srgbClr val="435969"/>
                </a:solidFill>
                <a:latin typeface="DejaVu Sans"/>
                <a:ea typeface="DejaVu Sans"/>
                <a:cs typeface="DejaVu Sans"/>
              </a:defRPr>
            </a:lvl7pPr>
            <a:lvl8pPr>
              <a:defRPr sz="1350" b="0">
                <a:solidFill>
                  <a:srgbClr val="435969"/>
                </a:solidFill>
                <a:latin typeface="DejaVu Sans"/>
                <a:ea typeface="DejaVu Sans"/>
                <a:cs typeface="DejaVu Sans"/>
              </a:defRPr>
            </a:lvl8pPr>
            <a:lvl9pPr>
              <a:defRPr sz="1350" b="0">
                <a:solidFill>
                  <a:srgbClr val="435969"/>
                </a:solidFill>
                <a:latin typeface="DejaVu Sans"/>
                <a:ea typeface="DejaVu Sans"/>
                <a:cs typeface="DejaVu Sans"/>
              </a:defRPr>
            </a:lvl9pPr>
          </a:lstStyle>
          <a:p xmlns:a="http://schemas.openxmlformats.org/drawingml/2006/main">
            <a:pPr>
              <a:defRPr sz="1350" b="0">
                <a:solidFill>
                  <a:srgbClr val="435969"/>
                </a:solidFill>
                <a:latin typeface="DejaVu Sans"/>
                <a:ea typeface="DejaVu Sans"/>
                <a:cs typeface="DejaVu Sans"/>
              </a:defRPr>
            </a:pPr>
            <a:r>
              <a:rPr sz="1350" b="0">
                <a:solidFill>
                  <a:srgbClr val="435969"/>
                </a:solidFill>
                <a:latin typeface="DejaVu Sans"/>
                <a:ea typeface="DejaVu Sans"/>
                <a:cs typeface="DejaVu Sans"/>
              </a:rPr>
              <a:t>7 / 8</a:t>
            </a:r>
          </a:p>
        </p:txBody>
      </p:sp>
      <p:sp>
        <p:nvSpPr>
          <p:cNvPr id="3" name="failure">
            <a:extLst xmlns:a="http://schemas.openxmlformats.org/drawingml/2006/main">
              <a:ext uri="{FF2B5EF4-FFF2-40B4-BE49-F238E27FC236}">
                <a16:creationId xmlns:a16="http://schemas.microsoft.com/office/drawing/2014/main" id="{E055CBDE-29EE-4053-9BB3-B38F266307BF}"/>
              </a:ext>
            </a:extLst>
          </p:cNvPr>
          <p:cNvSpPr>
            <a:spLocks xmlns:a="http://schemas.openxmlformats.org/drawingml/2006/main" noGrp="1"/>
          </p:cNvSpPr>
          <p:nvPr/>
        </p:nvSpPr>
        <p:spPr>
          <a:xfrm xmlns:a="http://schemas.openxmlformats.org/drawingml/2006/main">
            <a:off x="609600" y="1743075"/>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136C68"/>
                </a:solidFill>
                <a:latin typeface="DejaVu Sans"/>
                <a:ea typeface="DejaVu Sans"/>
                <a:cs typeface="DejaVu Sans"/>
              </a:defRPr>
            </a:defPPr>
            <a:lvl1pPr>
              <a:defRPr sz="2325" b="1">
                <a:solidFill>
                  <a:srgbClr val="136C68"/>
                </a:solidFill>
                <a:latin typeface="DejaVu Sans"/>
                <a:ea typeface="DejaVu Sans"/>
                <a:cs typeface="DejaVu Sans"/>
              </a:defRPr>
            </a:lvl1pPr>
            <a:lvl2pPr>
              <a:defRPr sz="2325" b="1">
                <a:solidFill>
                  <a:srgbClr val="136C68"/>
                </a:solidFill>
                <a:latin typeface="DejaVu Sans"/>
                <a:ea typeface="DejaVu Sans"/>
                <a:cs typeface="DejaVu Sans"/>
              </a:defRPr>
            </a:lvl2pPr>
            <a:lvl3pPr>
              <a:defRPr sz="2325" b="1">
                <a:solidFill>
                  <a:srgbClr val="136C68"/>
                </a:solidFill>
                <a:latin typeface="DejaVu Sans"/>
                <a:ea typeface="DejaVu Sans"/>
                <a:cs typeface="DejaVu Sans"/>
              </a:defRPr>
            </a:lvl3pPr>
            <a:lvl4pPr>
              <a:defRPr sz="2325" b="1">
                <a:solidFill>
                  <a:srgbClr val="136C68"/>
                </a:solidFill>
                <a:latin typeface="DejaVu Sans"/>
                <a:ea typeface="DejaVu Sans"/>
                <a:cs typeface="DejaVu Sans"/>
              </a:defRPr>
            </a:lvl4pPr>
            <a:lvl5pPr>
              <a:defRPr sz="2325" b="1">
                <a:solidFill>
                  <a:srgbClr val="136C68"/>
                </a:solidFill>
                <a:latin typeface="DejaVu Sans"/>
                <a:ea typeface="DejaVu Sans"/>
                <a:cs typeface="DejaVu Sans"/>
              </a:defRPr>
            </a:lvl5pPr>
            <a:lvl6pPr>
              <a:defRPr sz="2325" b="1">
                <a:solidFill>
                  <a:srgbClr val="136C68"/>
                </a:solidFill>
                <a:latin typeface="DejaVu Sans"/>
                <a:ea typeface="DejaVu Sans"/>
                <a:cs typeface="DejaVu Sans"/>
              </a:defRPr>
            </a:lvl6pPr>
            <a:lvl7pPr>
              <a:defRPr sz="2325" b="1">
                <a:solidFill>
                  <a:srgbClr val="136C68"/>
                </a:solidFill>
                <a:latin typeface="DejaVu Sans"/>
                <a:ea typeface="DejaVu Sans"/>
                <a:cs typeface="DejaVu Sans"/>
              </a:defRPr>
            </a:lvl7pPr>
            <a:lvl8pPr>
              <a:defRPr sz="2325" b="1">
                <a:solidFill>
                  <a:srgbClr val="136C68"/>
                </a:solidFill>
                <a:latin typeface="DejaVu Sans"/>
                <a:ea typeface="DejaVu Sans"/>
                <a:cs typeface="DejaVu Sans"/>
              </a:defRPr>
            </a:lvl8pPr>
            <a:lvl9pPr>
              <a:defRPr sz="2325" b="1">
                <a:solidFill>
                  <a:srgbClr val="136C68"/>
                </a:solidFill>
                <a:latin typeface="DejaVu Sans"/>
                <a:ea typeface="DejaVu Sans"/>
                <a:cs typeface="DejaVu Sans"/>
              </a:defRPr>
            </a:lvl9pPr>
          </a:lstStyle>
          <a:p xmlns:a="http://schemas.openxmlformats.org/drawingml/2006/main">
            <a:pPr>
              <a:defRPr sz="2325" b="1">
                <a:solidFill>
                  <a:srgbClr val="136C68"/>
                </a:solidFill>
                <a:latin typeface="DejaVu Sans"/>
                <a:ea typeface="DejaVu Sans"/>
                <a:cs typeface="DejaVu Sans"/>
              </a:defRPr>
            </a:pPr>
            <a:r>
              <a:rPr sz="2325" b="1">
                <a:solidFill>
                  <a:srgbClr val="136C68"/>
                </a:solidFill>
                <a:latin typeface="DejaVu Sans"/>
                <a:ea typeface="DejaVu Sans"/>
                <a:cs typeface="DejaVu Sans"/>
              </a:rPr>
              <a:t>Controlled fault</a:t>
            </a:r>
          </a:p>
        </p:txBody>
      </p:sp>
      <p:sp>
        <p:nvSpPr>
          <p:cNvPr id="4" name="failure-body">
            <a:extLst xmlns:a="http://schemas.openxmlformats.org/drawingml/2006/main">
              <a:ext uri="{FF2B5EF4-FFF2-40B4-BE49-F238E27FC236}">
                <a16:creationId xmlns:a16="http://schemas.microsoft.com/office/drawing/2014/main" id="{6754A793-AF27-4EF5-BE60-03E21A064121}"/>
              </a:ext>
            </a:extLst>
          </p:cNvPr>
          <p:cNvSpPr>
            <a:spLocks xmlns:a="http://schemas.openxmlformats.org/drawingml/2006/main" noGrp="1"/>
          </p:cNvSpPr>
          <p:nvPr/>
        </p:nvSpPr>
        <p:spPr>
          <a:xfrm xmlns:a="http://schemas.openxmlformats.org/drawingml/2006/main">
            <a:off x="609600" y="2333625"/>
            <a:ext cx="1097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3B"/>
                </a:solidFill>
                <a:latin typeface="DejaVu Sans"/>
                <a:ea typeface="DejaVu Sans"/>
                <a:cs typeface="DejaVu Sans"/>
              </a:defRPr>
            </a:defPPr>
            <a:lvl1pPr>
              <a:defRPr sz="2250" b="0">
                <a:solidFill>
                  <a:srgbClr val="142C3B"/>
                </a:solidFill>
                <a:latin typeface="DejaVu Sans"/>
                <a:ea typeface="DejaVu Sans"/>
                <a:cs typeface="DejaVu Sans"/>
              </a:defRPr>
            </a:lvl1pPr>
            <a:lvl2pPr>
              <a:defRPr sz="2250" b="0">
                <a:solidFill>
                  <a:srgbClr val="142C3B"/>
                </a:solidFill>
                <a:latin typeface="DejaVu Sans"/>
                <a:ea typeface="DejaVu Sans"/>
                <a:cs typeface="DejaVu Sans"/>
              </a:defRPr>
            </a:lvl2pPr>
            <a:lvl3pPr>
              <a:defRPr sz="2250" b="0">
                <a:solidFill>
                  <a:srgbClr val="142C3B"/>
                </a:solidFill>
                <a:latin typeface="DejaVu Sans"/>
                <a:ea typeface="DejaVu Sans"/>
                <a:cs typeface="DejaVu Sans"/>
              </a:defRPr>
            </a:lvl3pPr>
            <a:lvl4pPr>
              <a:defRPr sz="2250" b="0">
                <a:solidFill>
                  <a:srgbClr val="142C3B"/>
                </a:solidFill>
                <a:latin typeface="DejaVu Sans"/>
                <a:ea typeface="DejaVu Sans"/>
                <a:cs typeface="DejaVu Sans"/>
              </a:defRPr>
            </a:lvl4pPr>
            <a:lvl5pPr>
              <a:defRPr sz="2250" b="0">
                <a:solidFill>
                  <a:srgbClr val="142C3B"/>
                </a:solidFill>
                <a:latin typeface="DejaVu Sans"/>
                <a:ea typeface="DejaVu Sans"/>
                <a:cs typeface="DejaVu Sans"/>
              </a:defRPr>
            </a:lvl5pPr>
            <a:lvl6pPr>
              <a:defRPr sz="2250" b="0">
                <a:solidFill>
                  <a:srgbClr val="142C3B"/>
                </a:solidFill>
                <a:latin typeface="DejaVu Sans"/>
                <a:ea typeface="DejaVu Sans"/>
                <a:cs typeface="DejaVu Sans"/>
              </a:defRPr>
            </a:lvl6pPr>
            <a:lvl7pPr>
              <a:defRPr sz="2250" b="0">
                <a:solidFill>
                  <a:srgbClr val="142C3B"/>
                </a:solidFill>
                <a:latin typeface="DejaVu Sans"/>
                <a:ea typeface="DejaVu Sans"/>
                <a:cs typeface="DejaVu Sans"/>
              </a:defRPr>
            </a:lvl7pPr>
            <a:lvl8pPr>
              <a:defRPr sz="2250" b="0">
                <a:solidFill>
                  <a:srgbClr val="142C3B"/>
                </a:solidFill>
                <a:latin typeface="DejaVu Sans"/>
                <a:ea typeface="DejaVu Sans"/>
                <a:cs typeface="DejaVu Sans"/>
              </a:defRPr>
            </a:lvl8pPr>
            <a:lvl9pPr>
              <a:defRPr sz="2250" b="0">
                <a:solidFill>
                  <a:srgbClr val="142C3B"/>
                </a:solidFill>
                <a:latin typeface="DejaVu Sans"/>
                <a:ea typeface="DejaVu Sans"/>
                <a:cs typeface="DejaVu Sans"/>
              </a:defRPr>
            </a:lvl9pPr>
          </a:lstStyle>
          <a:p xmlns:a="http://schemas.openxmlformats.org/drawingml/2006/main">
            <a:pPr>
              <a:defRPr sz="2250" b="0">
                <a:solidFill>
                  <a:srgbClr val="142C3B"/>
                </a:solidFill>
                <a:latin typeface="DejaVu Sans"/>
                <a:ea typeface="DejaVu Sans"/>
                <a:cs typeface="DejaVu Sans"/>
              </a:defRPr>
            </a:pPr>
            <a:r>
              <a:rPr sz="2250" b="0">
                <a:solidFill>
                  <a:srgbClr val="142C3B"/>
                </a:solidFill>
                <a:latin typeface="DejaVu Sans"/>
                <a:ea typeface="DejaVu Sans"/>
                <a:cs typeface="DejaVu Sans"/>
              </a:rPr>
              <a:t>Pause replay to expose STALE and FAILED.</a:t>
            </a:r>
          </a:p>
          <a:p xmlns:a="http://schemas.openxmlformats.org/drawingml/2006/main">
            <a:pPr>
              <a:defRPr sz="2250" b="0">
                <a:solidFill>
                  <a:srgbClr val="142C3B"/>
                </a:solidFill>
                <a:latin typeface="DejaVu Sans"/>
                <a:ea typeface="DejaVu Sans"/>
                <a:cs typeface="DejaVu Sans"/>
              </a:defRPr>
            </a:pPr>
            <a:r>
              <a:rPr sz="2250" b="0">
                <a:solidFill>
                  <a:srgbClr val="142C3B"/>
                </a:solidFill>
                <a:latin typeface="DejaVu Sans"/>
                <a:ea typeface="DejaVu Sans"/>
                <a:cs typeface="DejaVu Sans"/>
              </a:rPr>
              <a:t>Kill the application child to test automatic restart.</a:t>
            </a:r>
          </a:p>
        </p:txBody>
      </p:sp>
      <p:sp>
        <p:nvSpPr>
          <p:cNvPr id="5" name="proof">
            <a:extLst xmlns:a="http://schemas.openxmlformats.org/drawingml/2006/main">
              <a:ext uri="{FF2B5EF4-FFF2-40B4-BE49-F238E27FC236}">
                <a16:creationId xmlns:a16="http://schemas.microsoft.com/office/drawing/2014/main" id="{8329E3AD-E86A-40A1-9DC5-79D98EF0369F}"/>
              </a:ext>
            </a:extLst>
          </p:cNvPr>
          <p:cNvSpPr>
            <a:spLocks xmlns:a="http://schemas.openxmlformats.org/drawingml/2006/main" noGrp="1"/>
          </p:cNvSpPr>
          <p:nvPr/>
        </p:nvSpPr>
        <p:spPr>
          <a:xfrm xmlns:a="http://schemas.openxmlformats.org/drawingml/2006/main">
            <a:off x="609600" y="3571875"/>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136C68"/>
                </a:solidFill>
                <a:latin typeface="DejaVu Sans"/>
                <a:ea typeface="DejaVu Sans"/>
                <a:cs typeface="DejaVu Sans"/>
              </a:defRPr>
            </a:defPPr>
            <a:lvl1pPr>
              <a:defRPr sz="2325" b="1">
                <a:solidFill>
                  <a:srgbClr val="136C68"/>
                </a:solidFill>
                <a:latin typeface="DejaVu Sans"/>
                <a:ea typeface="DejaVu Sans"/>
                <a:cs typeface="DejaVu Sans"/>
              </a:defRPr>
            </a:lvl1pPr>
            <a:lvl2pPr>
              <a:defRPr sz="2325" b="1">
                <a:solidFill>
                  <a:srgbClr val="136C68"/>
                </a:solidFill>
                <a:latin typeface="DejaVu Sans"/>
                <a:ea typeface="DejaVu Sans"/>
                <a:cs typeface="DejaVu Sans"/>
              </a:defRPr>
            </a:lvl2pPr>
            <a:lvl3pPr>
              <a:defRPr sz="2325" b="1">
                <a:solidFill>
                  <a:srgbClr val="136C68"/>
                </a:solidFill>
                <a:latin typeface="DejaVu Sans"/>
                <a:ea typeface="DejaVu Sans"/>
                <a:cs typeface="DejaVu Sans"/>
              </a:defRPr>
            </a:lvl3pPr>
            <a:lvl4pPr>
              <a:defRPr sz="2325" b="1">
                <a:solidFill>
                  <a:srgbClr val="136C68"/>
                </a:solidFill>
                <a:latin typeface="DejaVu Sans"/>
                <a:ea typeface="DejaVu Sans"/>
                <a:cs typeface="DejaVu Sans"/>
              </a:defRPr>
            </a:lvl4pPr>
            <a:lvl5pPr>
              <a:defRPr sz="2325" b="1">
                <a:solidFill>
                  <a:srgbClr val="136C68"/>
                </a:solidFill>
                <a:latin typeface="DejaVu Sans"/>
                <a:ea typeface="DejaVu Sans"/>
                <a:cs typeface="DejaVu Sans"/>
              </a:defRPr>
            </a:lvl5pPr>
            <a:lvl6pPr>
              <a:defRPr sz="2325" b="1">
                <a:solidFill>
                  <a:srgbClr val="136C68"/>
                </a:solidFill>
                <a:latin typeface="DejaVu Sans"/>
                <a:ea typeface="DejaVu Sans"/>
                <a:cs typeface="DejaVu Sans"/>
              </a:defRPr>
            </a:lvl6pPr>
            <a:lvl7pPr>
              <a:defRPr sz="2325" b="1">
                <a:solidFill>
                  <a:srgbClr val="136C68"/>
                </a:solidFill>
                <a:latin typeface="DejaVu Sans"/>
                <a:ea typeface="DejaVu Sans"/>
                <a:cs typeface="DejaVu Sans"/>
              </a:defRPr>
            </a:lvl7pPr>
            <a:lvl8pPr>
              <a:defRPr sz="2325" b="1">
                <a:solidFill>
                  <a:srgbClr val="136C68"/>
                </a:solidFill>
                <a:latin typeface="DejaVu Sans"/>
                <a:ea typeface="DejaVu Sans"/>
                <a:cs typeface="DejaVu Sans"/>
              </a:defRPr>
            </a:lvl8pPr>
            <a:lvl9pPr>
              <a:defRPr sz="2325" b="1">
                <a:solidFill>
                  <a:srgbClr val="136C68"/>
                </a:solidFill>
                <a:latin typeface="DejaVu Sans"/>
                <a:ea typeface="DejaVu Sans"/>
                <a:cs typeface="DejaVu Sans"/>
              </a:defRPr>
            </a:lvl9pPr>
          </a:lstStyle>
          <a:p xmlns:a="http://schemas.openxmlformats.org/drawingml/2006/main">
            <a:pPr>
              <a:defRPr sz="2325" b="1">
                <a:solidFill>
                  <a:srgbClr val="136C68"/>
                </a:solidFill>
                <a:latin typeface="DejaVu Sans"/>
                <a:ea typeface="DejaVu Sans"/>
                <a:cs typeface="DejaVu Sans"/>
              </a:defRPr>
            </a:pPr>
            <a:r>
              <a:rPr sz="2325" b="1">
                <a:solidFill>
                  <a:srgbClr val="136C68"/>
                </a:solidFill>
                <a:latin typeface="DejaVu Sans"/>
                <a:ea typeface="DejaVu Sans"/>
                <a:cs typeface="DejaVu Sans"/>
              </a:rPr>
              <a:t>Recovery evidence</a:t>
            </a:r>
          </a:p>
        </p:txBody>
      </p:sp>
      <p:sp>
        <p:nvSpPr>
          <p:cNvPr id="6" name="proof-body">
            <a:extLst xmlns:a="http://schemas.openxmlformats.org/drawingml/2006/main">
              <a:ext uri="{FF2B5EF4-FFF2-40B4-BE49-F238E27FC236}">
                <a16:creationId xmlns:a16="http://schemas.microsoft.com/office/drawing/2014/main" id="{D2A0B679-9334-4070-97B6-B01543F2EB8B}"/>
              </a:ext>
            </a:extLst>
          </p:cNvPr>
          <p:cNvSpPr>
            <a:spLocks xmlns:a="http://schemas.openxmlformats.org/drawingml/2006/main" noGrp="1"/>
          </p:cNvSpPr>
          <p:nvPr/>
        </p:nvSpPr>
        <p:spPr>
          <a:xfrm xmlns:a="http://schemas.openxmlformats.org/drawingml/2006/main">
            <a:off x="609600" y="4143375"/>
            <a:ext cx="1097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3B"/>
                </a:solidFill>
                <a:latin typeface="DejaVu Sans"/>
                <a:ea typeface="DejaVu Sans"/>
                <a:cs typeface="DejaVu Sans"/>
              </a:defRPr>
            </a:defPPr>
            <a:lvl1pPr>
              <a:defRPr sz="2250" b="0">
                <a:solidFill>
                  <a:srgbClr val="142C3B"/>
                </a:solidFill>
                <a:latin typeface="DejaVu Sans"/>
                <a:ea typeface="DejaVu Sans"/>
                <a:cs typeface="DejaVu Sans"/>
              </a:defRPr>
            </a:lvl1pPr>
            <a:lvl2pPr>
              <a:defRPr sz="2250" b="0">
                <a:solidFill>
                  <a:srgbClr val="142C3B"/>
                </a:solidFill>
                <a:latin typeface="DejaVu Sans"/>
                <a:ea typeface="DejaVu Sans"/>
                <a:cs typeface="DejaVu Sans"/>
              </a:defRPr>
            </a:lvl2pPr>
            <a:lvl3pPr>
              <a:defRPr sz="2250" b="0">
                <a:solidFill>
                  <a:srgbClr val="142C3B"/>
                </a:solidFill>
                <a:latin typeface="DejaVu Sans"/>
                <a:ea typeface="DejaVu Sans"/>
                <a:cs typeface="DejaVu Sans"/>
              </a:defRPr>
            </a:lvl3pPr>
            <a:lvl4pPr>
              <a:defRPr sz="2250" b="0">
                <a:solidFill>
                  <a:srgbClr val="142C3B"/>
                </a:solidFill>
                <a:latin typeface="DejaVu Sans"/>
                <a:ea typeface="DejaVu Sans"/>
                <a:cs typeface="DejaVu Sans"/>
              </a:defRPr>
            </a:lvl4pPr>
            <a:lvl5pPr>
              <a:defRPr sz="2250" b="0">
                <a:solidFill>
                  <a:srgbClr val="142C3B"/>
                </a:solidFill>
                <a:latin typeface="DejaVu Sans"/>
                <a:ea typeface="DejaVu Sans"/>
                <a:cs typeface="DejaVu Sans"/>
              </a:defRPr>
            </a:lvl5pPr>
            <a:lvl6pPr>
              <a:defRPr sz="2250" b="0">
                <a:solidFill>
                  <a:srgbClr val="142C3B"/>
                </a:solidFill>
                <a:latin typeface="DejaVu Sans"/>
                <a:ea typeface="DejaVu Sans"/>
                <a:cs typeface="DejaVu Sans"/>
              </a:defRPr>
            </a:lvl6pPr>
            <a:lvl7pPr>
              <a:defRPr sz="2250" b="0">
                <a:solidFill>
                  <a:srgbClr val="142C3B"/>
                </a:solidFill>
                <a:latin typeface="DejaVu Sans"/>
                <a:ea typeface="DejaVu Sans"/>
                <a:cs typeface="DejaVu Sans"/>
              </a:defRPr>
            </a:lvl7pPr>
            <a:lvl8pPr>
              <a:defRPr sz="2250" b="0">
                <a:solidFill>
                  <a:srgbClr val="142C3B"/>
                </a:solidFill>
                <a:latin typeface="DejaVu Sans"/>
                <a:ea typeface="DejaVu Sans"/>
                <a:cs typeface="DejaVu Sans"/>
              </a:defRPr>
            </a:lvl8pPr>
            <a:lvl9pPr>
              <a:defRPr sz="2250" b="0">
                <a:solidFill>
                  <a:srgbClr val="142C3B"/>
                </a:solidFill>
                <a:latin typeface="DejaVu Sans"/>
                <a:ea typeface="DejaVu Sans"/>
                <a:cs typeface="DejaVu Sans"/>
              </a:defRPr>
            </a:lvl9pPr>
          </a:lstStyle>
          <a:p xmlns:a="http://schemas.openxmlformats.org/drawingml/2006/main">
            <a:pPr>
              <a:defRPr sz="2250" b="0">
                <a:solidFill>
                  <a:srgbClr val="142C3B"/>
                </a:solidFill>
                <a:latin typeface="DejaVu Sans"/>
                <a:ea typeface="DejaVu Sans"/>
                <a:cs typeface="DejaVu Sans"/>
              </a:defRPr>
            </a:pPr>
            <a:r>
              <a:rPr sz="2250" b="0">
                <a:solidFill>
                  <a:srgbClr val="142C3B"/>
                </a:solidFill>
                <a:latin typeface="DejaVu Sans"/>
                <a:ea typeface="DejaVu Sans"/>
                <a:cs typeface="DejaVu Sans"/>
              </a:rPr>
              <a:t>Changed PID, resumed HTTP service, HEALTHY state</a:t>
            </a:r>
          </a:p>
          <a:p xmlns:a="http://schemas.openxmlformats.org/drawingml/2006/main">
            <a:pPr>
              <a:defRPr sz="2250" b="0">
                <a:solidFill>
                  <a:srgbClr val="142C3B"/>
                </a:solidFill>
                <a:latin typeface="DejaVu Sans"/>
                <a:ea typeface="DejaVu Sans"/>
                <a:cs typeface="DejaVu Sans"/>
              </a:defRPr>
            </a:pPr>
            <a:r>
              <a:rPr sz="2250" b="0">
                <a:solidFill>
                  <a:srgbClr val="142C3B"/>
                </a:solidFill>
                <a:latin typeface="DejaVu Sans"/>
                <a:ea typeface="DejaVu Sans"/>
                <a:cs typeface="DejaVu Sans"/>
              </a:rPr>
              <a:t>8,780 archive records retained, SQLite integrity = ok</a:t>
            </a:r>
          </a:p>
        </p:txBody>
      </p:sp>
      <p:sp>
        <p:nvSpPr>
          <p:cNvPr id="7" name="handoff">
            <a:extLst xmlns:a="http://schemas.openxmlformats.org/drawingml/2006/main">
              <a:ext uri="{FF2B5EF4-FFF2-40B4-BE49-F238E27FC236}">
                <a16:creationId xmlns:a16="http://schemas.microsoft.com/office/drawing/2014/main" id="{112DF054-63A6-49F0-9D1C-7B51461853EE}"/>
              </a:ext>
            </a:extLst>
          </p:cNvPr>
          <p:cNvSpPr>
            <a:spLocks xmlns:a="http://schemas.openxmlformats.org/drawingml/2006/main" noGrp="1"/>
          </p:cNvSpPr>
          <p:nvPr/>
        </p:nvSpPr>
        <p:spPr>
          <a:xfrm xmlns:a="http://schemas.openxmlformats.org/drawingml/2006/main">
            <a:off x="609600" y="557212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435969"/>
                </a:solidFill>
                <a:latin typeface="DejaVu Sans"/>
                <a:ea typeface="DejaVu Sans"/>
                <a:cs typeface="DejaVu Sans"/>
              </a:defRPr>
            </a:defPPr>
            <a:lvl1pPr>
              <a:defRPr sz="1800" b="0">
                <a:solidFill>
                  <a:srgbClr val="435969"/>
                </a:solidFill>
                <a:latin typeface="DejaVu Sans"/>
                <a:ea typeface="DejaVu Sans"/>
                <a:cs typeface="DejaVu Sans"/>
              </a:defRPr>
            </a:lvl1pPr>
            <a:lvl2pPr>
              <a:defRPr sz="1800" b="0">
                <a:solidFill>
                  <a:srgbClr val="435969"/>
                </a:solidFill>
                <a:latin typeface="DejaVu Sans"/>
                <a:ea typeface="DejaVu Sans"/>
                <a:cs typeface="DejaVu Sans"/>
              </a:defRPr>
            </a:lvl2pPr>
            <a:lvl3pPr>
              <a:defRPr sz="1800" b="0">
                <a:solidFill>
                  <a:srgbClr val="435969"/>
                </a:solidFill>
                <a:latin typeface="DejaVu Sans"/>
                <a:ea typeface="DejaVu Sans"/>
                <a:cs typeface="DejaVu Sans"/>
              </a:defRPr>
            </a:lvl3pPr>
            <a:lvl4pPr>
              <a:defRPr sz="1800" b="0">
                <a:solidFill>
                  <a:srgbClr val="435969"/>
                </a:solidFill>
                <a:latin typeface="DejaVu Sans"/>
                <a:ea typeface="DejaVu Sans"/>
                <a:cs typeface="DejaVu Sans"/>
              </a:defRPr>
            </a:lvl4pPr>
            <a:lvl5pPr>
              <a:defRPr sz="1800" b="0">
                <a:solidFill>
                  <a:srgbClr val="435969"/>
                </a:solidFill>
                <a:latin typeface="DejaVu Sans"/>
                <a:ea typeface="DejaVu Sans"/>
                <a:cs typeface="DejaVu Sans"/>
              </a:defRPr>
            </a:lvl5pPr>
            <a:lvl6pPr>
              <a:defRPr sz="1800" b="0">
                <a:solidFill>
                  <a:srgbClr val="435969"/>
                </a:solidFill>
                <a:latin typeface="DejaVu Sans"/>
                <a:ea typeface="DejaVu Sans"/>
                <a:cs typeface="DejaVu Sans"/>
              </a:defRPr>
            </a:lvl6pPr>
            <a:lvl7pPr>
              <a:defRPr sz="1800" b="0">
                <a:solidFill>
                  <a:srgbClr val="435969"/>
                </a:solidFill>
                <a:latin typeface="DejaVu Sans"/>
                <a:ea typeface="DejaVu Sans"/>
                <a:cs typeface="DejaVu Sans"/>
              </a:defRPr>
            </a:lvl7pPr>
            <a:lvl8pPr>
              <a:defRPr sz="1800" b="0">
                <a:solidFill>
                  <a:srgbClr val="435969"/>
                </a:solidFill>
                <a:latin typeface="DejaVu Sans"/>
                <a:ea typeface="DejaVu Sans"/>
                <a:cs typeface="DejaVu Sans"/>
              </a:defRPr>
            </a:lvl8pPr>
            <a:lvl9pPr>
              <a:defRPr sz="1800" b="0">
                <a:solidFill>
                  <a:srgbClr val="435969"/>
                </a:solidFill>
                <a:latin typeface="DejaVu Sans"/>
                <a:ea typeface="DejaVu Sans"/>
                <a:cs typeface="DejaVu Sans"/>
              </a:defRPr>
            </a:lvl9pPr>
          </a:lstStyle>
          <a:p xmlns:a="http://schemas.openxmlformats.org/drawingml/2006/main">
            <a:pPr>
              <a:defRPr sz="1800" b="0">
                <a:solidFill>
                  <a:srgbClr val="435969"/>
                </a:solidFill>
                <a:latin typeface="DejaVu Sans"/>
                <a:ea typeface="DejaVu Sans"/>
                <a:cs typeface="DejaVu Sans"/>
              </a:defRPr>
            </a:pPr>
            <a:r>
              <a:rPr sz="1800" b="0">
                <a:solidFill>
                  <a:srgbClr val="435969"/>
                </a:solidFill>
                <a:latin typeface="DejaVu Sans"/>
                <a:ea typeface="DejaVu Sans"/>
                <a:cs typeface="DejaVu Sans"/>
              </a:rPr>
              <a:t>Optional partner observation omitted. Setup and recovery instructions improved through review.</a:t>
            </a:r>
          </a:p>
        </p:txBody>
      </p:sp>
    </p:spTree>
    <p:extLst>
      <p:ext uri="{BB962C8B-B14F-4D97-AF65-F5344CB8AC3E}">
        <p14:creationId xmlns:p14="http://schemas.microsoft.com/office/powerpoint/2010/main" val="1902661387"/>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0E79A30-021B-42CF-A7EB-1E7F01DAEA8A}"/>
              </a:ext>
            </a:extLst>
          </p:cNvPr>
          <p:cNvSpPr>
            <a:spLocks xmlns:a="http://schemas.openxmlformats.org/drawingml/2006/main" noGrp="1"/>
          </p:cNvSpPr>
          <p:nvPr/>
        </p:nvSpPr>
        <p:spPr>
          <a:xfrm xmlns:a="http://schemas.openxmlformats.org/drawingml/2006/main">
            <a:off x="609600" y="457200"/>
            <a:ext cx="1097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C3B"/>
                </a:solidFill>
                <a:latin typeface="DejaVu Sans"/>
                <a:ea typeface="DejaVu Sans"/>
                <a:cs typeface="DejaVu Sans"/>
              </a:defRPr>
            </a:defPPr>
            <a:lvl1pPr>
              <a:defRPr sz="3300" b="1">
                <a:solidFill>
                  <a:srgbClr val="142C3B"/>
                </a:solidFill>
                <a:latin typeface="DejaVu Sans"/>
                <a:ea typeface="DejaVu Sans"/>
                <a:cs typeface="DejaVu Sans"/>
              </a:defRPr>
            </a:lvl1pPr>
            <a:lvl2pPr>
              <a:defRPr sz="3300" b="1">
                <a:solidFill>
                  <a:srgbClr val="142C3B"/>
                </a:solidFill>
                <a:latin typeface="DejaVu Sans"/>
                <a:ea typeface="DejaVu Sans"/>
                <a:cs typeface="DejaVu Sans"/>
              </a:defRPr>
            </a:lvl2pPr>
            <a:lvl3pPr>
              <a:defRPr sz="3300" b="1">
                <a:solidFill>
                  <a:srgbClr val="142C3B"/>
                </a:solidFill>
                <a:latin typeface="DejaVu Sans"/>
                <a:ea typeface="DejaVu Sans"/>
                <a:cs typeface="DejaVu Sans"/>
              </a:defRPr>
            </a:lvl3pPr>
            <a:lvl4pPr>
              <a:defRPr sz="3300" b="1">
                <a:solidFill>
                  <a:srgbClr val="142C3B"/>
                </a:solidFill>
                <a:latin typeface="DejaVu Sans"/>
                <a:ea typeface="DejaVu Sans"/>
                <a:cs typeface="DejaVu Sans"/>
              </a:defRPr>
            </a:lvl4pPr>
            <a:lvl5pPr>
              <a:defRPr sz="3300" b="1">
                <a:solidFill>
                  <a:srgbClr val="142C3B"/>
                </a:solidFill>
                <a:latin typeface="DejaVu Sans"/>
                <a:ea typeface="DejaVu Sans"/>
                <a:cs typeface="DejaVu Sans"/>
              </a:defRPr>
            </a:lvl5pPr>
            <a:lvl6pPr>
              <a:defRPr sz="3300" b="1">
                <a:solidFill>
                  <a:srgbClr val="142C3B"/>
                </a:solidFill>
                <a:latin typeface="DejaVu Sans"/>
                <a:ea typeface="DejaVu Sans"/>
                <a:cs typeface="DejaVu Sans"/>
              </a:defRPr>
            </a:lvl6pPr>
            <a:lvl7pPr>
              <a:defRPr sz="3300" b="1">
                <a:solidFill>
                  <a:srgbClr val="142C3B"/>
                </a:solidFill>
                <a:latin typeface="DejaVu Sans"/>
                <a:ea typeface="DejaVu Sans"/>
                <a:cs typeface="DejaVu Sans"/>
              </a:defRPr>
            </a:lvl7pPr>
            <a:lvl8pPr>
              <a:defRPr sz="3300" b="1">
                <a:solidFill>
                  <a:srgbClr val="142C3B"/>
                </a:solidFill>
                <a:latin typeface="DejaVu Sans"/>
                <a:ea typeface="DejaVu Sans"/>
                <a:cs typeface="DejaVu Sans"/>
              </a:defRPr>
            </a:lvl8pPr>
            <a:lvl9pPr>
              <a:defRPr sz="3300" b="1">
                <a:solidFill>
                  <a:srgbClr val="142C3B"/>
                </a:solidFill>
                <a:latin typeface="DejaVu Sans"/>
                <a:ea typeface="DejaVu Sans"/>
                <a:cs typeface="DejaVu Sans"/>
              </a:defRPr>
            </a:lvl9pPr>
          </a:lstStyle>
          <a:p xmlns:a="http://schemas.openxmlformats.org/drawingml/2006/main">
            <a:pPr>
              <a:defRPr sz="3300" b="1">
                <a:solidFill>
                  <a:srgbClr val="142C3B"/>
                </a:solidFill>
                <a:latin typeface="DejaVu Sans"/>
                <a:ea typeface="DejaVu Sans"/>
                <a:cs typeface="DejaVu Sans"/>
              </a:defRPr>
            </a:pPr>
            <a:r>
              <a:rPr sz="3300" b="1">
                <a:solidFill>
                  <a:srgbClr val="142C3B"/>
                </a:solidFill>
                <a:latin typeface="DejaVu Sans"/>
                <a:ea typeface="DejaVu Sans"/>
                <a:cs typeface="DejaVu Sans"/>
              </a:rPr>
              <a:t>Limits and lessons</a:t>
            </a:r>
          </a:p>
        </p:txBody>
      </p:sp>
      <p:sp>
        <p:nvSpPr>
          <p:cNvPr id="2" name="page">
            <a:extLst xmlns:a="http://schemas.openxmlformats.org/drawingml/2006/main">
              <a:ext uri="{FF2B5EF4-FFF2-40B4-BE49-F238E27FC236}">
                <a16:creationId xmlns:a16="http://schemas.microsoft.com/office/drawing/2014/main" id="{D503A575-F5A1-4173-99C6-1696428B827A}"/>
              </a:ext>
            </a:extLst>
          </p:cNvPr>
          <p:cNvSpPr>
            <a:spLocks xmlns:a="http://schemas.openxmlformats.org/drawingml/2006/main" noGrp="1"/>
          </p:cNvSpPr>
          <p:nvPr/>
        </p:nvSpPr>
        <p:spPr>
          <a:xfrm xmlns:a="http://schemas.openxmlformats.org/drawingml/2006/main">
            <a:off x="10668000" y="633412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35969"/>
                </a:solidFill>
                <a:latin typeface="DejaVu Sans"/>
                <a:ea typeface="DejaVu Sans"/>
                <a:cs typeface="DejaVu Sans"/>
              </a:defRPr>
            </a:defPPr>
            <a:lvl1pPr>
              <a:defRPr sz="1350" b="0">
                <a:solidFill>
                  <a:srgbClr val="435969"/>
                </a:solidFill>
                <a:latin typeface="DejaVu Sans"/>
                <a:ea typeface="DejaVu Sans"/>
                <a:cs typeface="DejaVu Sans"/>
              </a:defRPr>
            </a:lvl1pPr>
            <a:lvl2pPr>
              <a:defRPr sz="1350" b="0">
                <a:solidFill>
                  <a:srgbClr val="435969"/>
                </a:solidFill>
                <a:latin typeface="DejaVu Sans"/>
                <a:ea typeface="DejaVu Sans"/>
                <a:cs typeface="DejaVu Sans"/>
              </a:defRPr>
            </a:lvl2pPr>
            <a:lvl3pPr>
              <a:defRPr sz="1350" b="0">
                <a:solidFill>
                  <a:srgbClr val="435969"/>
                </a:solidFill>
                <a:latin typeface="DejaVu Sans"/>
                <a:ea typeface="DejaVu Sans"/>
                <a:cs typeface="DejaVu Sans"/>
              </a:defRPr>
            </a:lvl3pPr>
            <a:lvl4pPr>
              <a:defRPr sz="1350" b="0">
                <a:solidFill>
                  <a:srgbClr val="435969"/>
                </a:solidFill>
                <a:latin typeface="DejaVu Sans"/>
                <a:ea typeface="DejaVu Sans"/>
                <a:cs typeface="DejaVu Sans"/>
              </a:defRPr>
            </a:lvl4pPr>
            <a:lvl5pPr>
              <a:defRPr sz="1350" b="0">
                <a:solidFill>
                  <a:srgbClr val="435969"/>
                </a:solidFill>
                <a:latin typeface="DejaVu Sans"/>
                <a:ea typeface="DejaVu Sans"/>
                <a:cs typeface="DejaVu Sans"/>
              </a:defRPr>
            </a:lvl5pPr>
            <a:lvl6pPr>
              <a:defRPr sz="1350" b="0">
                <a:solidFill>
                  <a:srgbClr val="435969"/>
                </a:solidFill>
                <a:latin typeface="DejaVu Sans"/>
                <a:ea typeface="DejaVu Sans"/>
                <a:cs typeface="DejaVu Sans"/>
              </a:defRPr>
            </a:lvl6pPr>
            <a:lvl7pPr>
              <a:defRPr sz="1350" b="0">
                <a:solidFill>
                  <a:srgbClr val="435969"/>
                </a:solidFill>
                <a:latin typeface="DejaVu Sans"/>
                <a:ea typeface="DejaVu Sans"/>
                <a:cs typeface="DejaVu Sans"/>
              </a:defRPr>
            </a:lvl7pPr>
            <a:lvl8pPr>
              <a:defRPr sz="1350" b="0">
                <a:solidFill>
                  <a:srgbClr val="435969"/>
                </a:solidFill>
                <a:latin typeface="DejaVu Sans"/>
                <a:ea typeface="DejaVu Sans"/>
                <a:cs typeface="DejaVu Sans"/>
              </a:defRPr>
            </a:lvl8pPr>
            <a:lvl9pPr>
              <a:defRPr sz="1350" b="0">
                <a:solidFill>
                  <a:srgbClr val="435969"/>
                </a:solidFill>
                <a:latin typeface="DejaVu Sans"/>
                <a:ea typeface="DejaVu Sans"/>
                <a:cs typeface="DejaVu Sans"/>
              </a:defRPr>
            </a:lvl9pPr>
          </a:lstStyle>
          <a:p xmlns:a="http://schemas.openxmlformats.org/drawingml/2006/main">
            <a:pPr>
              <a:defRPr sz="1350" b="0">
                <a:solidFill>
                  <a:srgbClr val="435969"/>
                </a:solidFill>
                <a:latin typeface="DejaVu Sans"/>
                <a:ea typeface="DejaVu Sans"/>
                <a:cs typeface="DejaVu Sans"/>
              </a:defRPr>
            </a:pPr>
            <a:r>
              <a:rPr sz="1350" b="0">
                <a:solidFill>
                  <a:srgbClr val="435969"/>
                </a:solidFill>
                <a:latin typeface="DejaVu Sans"/>
                <a:ea typeface="DejaVu Sans"/>
                <a:cs typeface="DejaVu Sans"/>
              </a:rPr>
              <a:t>8 / 8</a:t>
            </a:r>
          </a:p>
        </p:txBody>
      </p:sp>
      <p:sp>
        <p:nvSpPr>
          <p:cNvPr id="3" name="limits">
            <a:extLst xmlns:a="http://schemas.openxmlformats.org/drawingml/2006/main">
              <a:ext uri="{FF2B5EF4-FFF2-40B4-BE49-F238E27FC236}">
                <a16:creationId xmlns:a16="http://schemas.microsoft.com/office/drawing/2014/main" id="{3253A4A8-2FD1-4651-9B6C-157DEA159111}"/>
              </a:ext>
            </a:extLst>
          </p:cNvPr>
          <p:cNvSpPr>
            <a:spLocks xmlns:a="http://schemas.openxmlformats.org/drawingml/2006/main" noGrp="1"/>
          </p:cNvSpPr>
          <p:nvPr/>
        </p:nvSpPr>
        <p:spPr>
          <a:xfrm xmlns:a="http://schemas.openxmlformats.org/drawingml/2006/main">
            <a:off x="609600" y="1762125"/>
            <a:ext cx="109728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3B"/>
                </a:solidFill>
                <a:latin typeface="DejaVu Sans"/>
                <a:ea typeface="DejaVu Sans"/>
                <a:cs typeface="DejaVu Sans"/>
              </a:defRPr>
            </a:defPPr>
            <a:lvl1pPr>
              <a:defRPr sz="2250" b="0">
                <a:solidFill>
                  <a:srgbClr val="142C3B"/>
                </a:solidFill>
                <a:latin typeface="DejaVu Sans"/>
                <a:ea typeface="DejaVu Sans"/>
                <a:cs typeface="DejaVu Sans"/>
              </a:defRPr>
            </a:lvl1pPr>
            <a:lvl2pPr>
              <a:defRPr sz="2250" b="0">
                <a:solidFill>
                  <a:srgbClr val="142C3B"/>
                </a:solidFill>
                <a:latin typeface="DejaVu Sans"/>
                <a:ea typeface="DejaVu Sans"/>
                <a:cs typeface="DejaVu Sans"/>
              </a:defRPr>
            </a:lvl2pPr>
            <a:lvl3pPr>
              <a:defRPr sz="2250" b="0">
                <a:solidFill>
                  <a:srgbClr val="142C3B"/>
                </a:solidFill>
                <a:latin typeface="DejaVu Sans"/>
                <a:ea typeface="DejaVu Sans"/>
                <a:cs typeface="DejaVu Sans"/>
              </a:defRPr>
            </a:lvl3pPr>
            <a:lvl4pPr>
              <a:defRPr sz="2250" b="0">
                <a:solidFill>
                  <a:srgbClr val="142C3B"/>
                </a:solidFill>
                <a:latin typeface="DejaVu Sans"/>
                <a:ea typeface="DejaVu Sans"/>
                <a:cs typeface="DejaVu Sans"/>
              </a:defRPr>
            </a:lvl4pPr>
            <a:lvl5pPr>
              <a:defRPr sz="2250" b="0">
                <a:solidFill>
                  <a:srgbClr val="142C3B"/>
                </a:solidFill>
                <a:latin typeface="DejaVu Sans"/>
                <a:ea typeface="DejaVu Sans"/>
                <a:cs typeface="DejaVu Sans"/>
              </a:defRPr>
            </a:lvl5pPr>
            <a:lvl6pPr>
              <a:defRPr sz="2250" b="0">
                <a:solidFill>
                  <a:srgbClr val="142C3B"/>
                </a:solidFill>
                <a:latin typeface="DejaVu Sans"/>
                <a:ea typeface="DejaVu Sans"/>
                <a:cs typeface="DejaVu Sans"/>
              </a:defRPr>
            </a:lvl6pPr>
            <a:lvl7pPr>
              <a:defRPr sz="2250" b="0">
                <a:solidFill>
                  <a:srgbClr val="142C3B"/>
                </a:solidFill>
                <a:latin typeface="DejaVu Sans"/>
                <a:ea typeface="DejaVu Sans"/>
                <a:cs typeface="DejaVu Sans"/>
              </a:defRPr>
            </a:lvl7pPr>
            <a:lvl8pPr>
              <a:defRPr sz="2250" b="0">
                <a:solidFill>
                  <a:srgbClr val="142C3B"/>
                </a:solidFill>
                <a:latin typeface="DejaVu Sans"/>
                <a:ea typeface="DejaVu Sans"/>
                <a:cs typeface="DejaVu Sans"/>
              </a:defRPr>
            </a:lvl8pPr>
            <a:lvl9pPr>
              <a:defRPr sz="2250" b="0">
                <a:solidFill>
                  <a:srgbClr val="142C3B"/>
                </a:solidFill>
                <a:latin typeface="DejaVu Sans"/>
                <a:ea typeface="DejaVu Sans"/>
                <a:cs typeface="DejaVu Sans"/>
              </a:defRPr>
            </a:lvl9pPr>
          </a:lstStyle>
          <a:p xmlns:a="http://schemas.openxmlformats.org/drawingml/2006/main">
            <a:pPr>
              <a:defRPr sz="2250" b="0">
                <a:solidFill>
                  <a:srgbClr val="142C3B"/>
                </a:solidFill>
                <a:latin typeface="DejaVu Sans"/>
                <a:ea typeface="DejaVu Sans"/>
                <a:cs typeface="DejaVu Sans"/>
              </a:defRPr>
            </a:pPr>
            <a:r>
              <a:rPr sz="2250" b="0">
                <a:solidFill>
                  <a:srgbClr val="142C3B"/>
                </a:solidFill>
                <a:latin typeface="DejaVu Sans"/>
                <a:ea typeface="DejaVu Sans"/>
                <a:cs typeface="DejaVu Sans"/>
              </a:rPr>
              <a:t>Rectangular geometry and explicit units define the calculation.</a:t>
            </a:r>
          </a:p>
          <a:p xmlns:a="http://schemas.openxmlformats.org/drawingml/2006/main">
            <a:pPr>
              <a:defRPr sz="2250" b="0">
                <a:solidFill>
                  <a:srgbClr val="142C3B"/>
                </a:solidFill>
                <a:latin typeface="DejaVu Sans"/>
                <a:ea typeface="DejaVu Sans"/>
                <a:cs typeface="DejaVu Sans"/>
              </a:defRPr>
            </a:pPr>
            <a:r>
              <a:rPr sz="2250" b="0">
                <a:solidFill>
                  <a:srgbClr val="142C3B"/>
                </a:solidFill>
                <a:latin typeface="DejaVu Sans"/>
                <a:ea typeface="DejaVu Sans"/>
                <a:cs typeface="DejaVu Sans"/>
              </a:rPr>
              <a:t>Tank capacity and physical calibration remain unverified.</a:t>
            </a:r>
          </a:p>
          <a:p xmlns:a="http://schemas.openxmlformats.org/drawingml/2006/main">
            <a:pPr>
              <a:defRPr sz="2250" b="0">
                <a:solidFill>
                  <a:srgbClr val="142C3B"/>
                </a:solidFill>
                <a:latin typeface="DejaVu Sans"/>
                <a:ea typeface="DejaVu Sans"/>
                <a:cs typeface="DejaVu Sans"/>
              </a:defRPr>
            </a:pPr>
            <a:r>
              <a:rPr sz="2250" b="0">
                <a:solidFill>
                  <a:srgbClr val="142C3B"/>
                </a:solidFill>
                <a:latin typeface="DejaVu Sans"/>
                <a:ea typeface="DejaVu Sans"/>
                <a:cs typeface="DejaVu Sans"/>
              </a:rPr>
              <a:t>Finite replay and surviving storage limit recovery.</a:t>
            </a:r>
          </a:p>
        </p:txBody>
      </p:sp>
      <p:sp>
        <p:nvSpPr>
          <p:cNvPr id="4" name="lesson">
            <a:extLst xmlns:a="http://schemas.openxmlformats.org/drawingml/2006/main">
              <a:ext uri="{FF2B5EF4-FFF2-40B4-BE49-F238E27FC236}">
                <a16:creationId xmlns:a16="http://schemas.microsoft.com/office/drawing/2014/main" id="{E3470795-C0F5-4C06-8DB0-B4CA6D43558E}"/>
              </a:ext>
            </a:extLst>
          </p:cNvPr>
          <p:cNvSpPr>
            <a:spLocks xmlns:a="http://schemas.openxmlformats.org/drawingml/2006/main" noGrp="1"/>
          </p:cNvSpPr>
          <p:nvPr/>
        </p:nvSpPr>
        <p:spPr>
          <a:xfrm xmlns:a="http://schemas.openxmlformats.org/drawingml/2006/main">
            <a:off x="609600" y="40005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36C68"/>
                </a:solidFill>
                <a:latin typeface="DejaVu Sans"/>
                <a:ea typeface="DejaVu Sans"/>
                <a:cs typeface="DejaVu Sans"/>
              </a:defRPr>
            </a:defPPr>
            <a:lvl1pPr>
              <a:defRPr sz="2850" b="1">
                <a:solidFill>
                  <a:srgbClr val="136C68"/>
                </a:solidFill>
                <a:latin typeface="DejaVu Sans"/>
                <a:ea typeface="DejaVu Sans"/>
                <a:cs typeface="DejaVu Sans"/>
              </a:defRPr>
            </a:lvl1pPr>
            <a:lvl2pPr>
              <a:defRPr sz="2850" b="1">
                <a:solidFill>
                  <a:srgbClr val="136C68"/>
                </a:solidFill>
                <a:latin typeface="DejaVu Sans"/>
                <a:ea typeface="DejaVu Sans"/>
                <a:cs typeface="DejaVu Sans"/>
              </a:defRPr>
            </a:lvl2pPr>
            <a:lvl3pPr>
              <a:defRPr sz="2850" b="1">
                <a:solidFill>
                  <a:srgbClr val="136C68"/>
                </a:solidFill>
                <a:latin typeface="DejaVu Sans"/>
                <a:ea typeface="DejaVu Sans"/>
                <a:cs typeface="DejaVu Sans"/>
              </a:defRPr>
            </a:lvl3pPr>
            <a:lvl4pPr>
              <a:defRPr sz="2850" b="1">
                <a:solidFill>
                  <a:srgbClr val="136C68"/>
                </a:solidFill>
                <a:latin typeface="DejaVu Sans"/>
                <a:ea typeface="DejaVu Sans"/>
                <a:cs typeface="DejaVu Sans"/>
              </a:defRPr>
            </a:lvl4pPr>
            <a:lvl5pPr>
              <a:defRPr sz="2850" b="1">
                <a:solidFill>
                  <a:srgbClr val="136C68"/>
                </a:solidFill>
                <a:latin typeface="DejaVu Sans"/>
                <a:ea typeface="DejaVu Sans"/>
                <a:cs typeface="DejaVu Sans"/>
              </a:defRPr>
            </a:lvl5pPr>
            <a:lvl6pPr>
              <a:defRPr sz="2850" b="1">
                <a:solidFill>
                  <a:srgbClr val="136C68"/>
                </a:solidFill>
                <a:latin typeface="DejaVu Sans"/>
                <a:ea typeface="DejaVu Sans"/>
                <a:cs typeface="DejaVu Sans"/>
              </a:defRPr>
            </a:lvl6pPr>
            <a:lvl7pPr>
              <a:defRPr sz="2850" b="1">
                <a:solidFill>
                  <a:srgbClr val="136C68"/>
                </a:solidFill>
                <a:latin typeface="DejaVu Sans"/>
                <a:ea typeface="DejaVu Sans"/>
                <a:cs typeface="DejaVu Sans"/>
              </a:defRPr>
            </a:lvl7pPr>
            <a:lvl8pPr>
              <a:defRPr sz="2850" b="1">
                <a:solidFill>
                  <a:srgbClr val="136C68"/>
                </a:solidFill>
                <a:latin typeface="DejaVu Sans"/>
                <a:ea typeface="DejaVu Sans"/>
                <a:cs typeface="DejaVu Sans"/>
              </a:defRPr>
            </a:lvl8pPr>
            <a:lvl9pPr>
              <a:defRPr sz="2850" b="1">
                <a:solidFill>
                  <a:srgbClr val="136C68"/>
                </a:solidFill>
                <a:latin typeface="DejaVu Sans"/>
                <a:ea typeface="DejaVu Sans"/>
                <a:cs typeface="DejaVu Sans"/>
              </a:defRPr>
            </a:lvl9pPr>
          </a:lstStyle>
          <a:p xmlns:a="http://schemas.openxmlformats.org/drawingml/2006/main">
            <a:pPr>
              <a:defRPr sz="2850" b="1">
                <a:solidFill>
                  <a:srgbClr val="136C68"/>
                </a:solidFill>
                <a:latin typeface="DejaVu Sans"/>
                <a:ea typeface="DejaVu Sans"/>
                <a:cs typeface="DejaVu Sans"/>
              </a:defRPr>
            </a:pPr>
            <a:r>
              <a:rPr sz="2850" b="1">
                <a:solidFill>
                  <a:srgbClr val="136C68"/>
                </a:solidFill>
                <a:latin typeface="DejaVu Sans"/>
                <a:ea typeface="DejaVu Sans"/>
                <a:cs typeface="DejaVu Sans"/>
              </a:rPr>
              <a:t>A result needs a traceable input, a test, and a stated boundary.</a:t>
            </a:r>
          </a:p>
        </p:txBody>
      </p:sp>
      <p:sp>
        <p:nvSpPr>
          <p:cNvPr id="5" name="defense">
            <a:extLst xmlns:a="http://schemas.openxmlformats.org/drawingml/2006/main">
              <a:ext uri="{FF2B5EF4-FFF2-40B4-BE49-F238E27FC236}">
                <a16:creationId xmlns:a16="http://schemas.microsoft.com/office/drawing/2014/main" id="{56B5E4D8-FA65-4C36-942C-1BD5A41969C9}"/>
              </a:ext>
            </a:extLst>
          </p:cNvPr>
          <p:cNvSpPr>
            <a:spLocks xmlns:a="http://schemas.openxmlformats.org/drawingml/2006/main" noGrp="1"/>
          </p:cNvSpPr>
          <p:nvPr/>
        </p:nvSpPr>
        <p:spPr>
          <a:xfrm xmlns:a="http://schemas.openxmlformats.org/drawingml/2006/main">
            <a:off x="609600" y="54292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435969"/>
                </a:solidFill>
                <a:latin typeface="DejaVu Sans"/>
                <a:ea typeface="DejaVu Sans"/>
                <a:cs typeface="DejaVu Sans"/>
              </a:defRPr>
            </a:defPPr>
            <a:lvl1pPr>
              <a:defRPr sz="1875" b="0">
                <a:solidFill>
                  <a:srgbClr val="435969"/>
                </a:solidFill>
                <a:latin typeface="DejaVu Sans"/>
                <a:ea typeface="DejaVu Sans"/>
                <a:cs typeface="DejaVu Sans"/>
              </a:defRPr>
            </a:lvl1pPr>
            <a:lvl2pPr>
              <a:defRPr sz="1875" b="0">
                <a:solidFill>
                  <a:srgbClr val="435969"/>
                </a:solidFill>
                <a:latin typeface="DejaVu Sans"/>
                <a:ea typeface="DejaVu Sans"/>
                <a:cs typeface="DejaVu Sans"/>
              </a:defRPr>
            </a:lvl2pPr>
            <a:lvl3pPr>
              <a:defRPr sz="1875" b="0">
                <a:solidFill>
                  <a:srgbClr val="435969"/>
                </a:solidFill>
                <a:latin typeface="DejaVu Sans"/>
                <a:ea typeface="DejaVu Sans"/>
                <a:cs typeface="DejaVu Sans"/>
              </a:defRPr>
            </a:lvl3pPr>
            <a:lvl4pPr>
              <a:defRPr sz="1875" b="0">
                <a:solidFill>
                  <a:srgbClr val="435969"/>
                </a:solidFill>
                <a:latin typeface="DejaVu Sans"/>
                <a:ea typeface="DejaVu Sans"/>
                <a:cs typeface="DejaVu Sans"/>
              </a:defRPr>
            </a:lvl4pPr>
            <a:lvl5pPr>
              <a:defRPr sz="1875" b="0">
                <a:solidFill>
                  <a:srgbClr val="435969"/>
                </a:solidFill>
                <a:latin typeface="DejaVu Sans"/>
                <a:ea typeface="DejaVu Sans"/>
                <a:cs typeface="DejaVu Sans"/>
              </a:defRPr>
            </a:lvl5pPr>
            <a:lvl6pPr>
              <a:defRPr sz="1875" b="0">
                <a:solidFill>
                  <a:srgbClr val="435969"/>
                </a:solidFill>
                <a:latin typeface="DejaVu Sans"/>
                <a:ea typeface="DejaVu Sans"/>
                <a:cs typeface="DejaVu Sans"/>
              </a:defRPr>
            </a:lvl6pPr>
            <a:lvl7pPr>
              <a:defRPr sz="1875" b="0">
                <a:solidFill>
                  <a:srgbClr val="435969"/>
                </a:solidFill>
                <a:latin typeface="DejaVu Sans"/>
                <a:ea typeface="DejaVu Sans"/>
                <a:cs typeface="DejaVu Sans"/>
              </a:defRPr>
            </a:lvl7pPr>
            <a:lvl8pPr>
              <a:defRPr sz="1875" b="0">
                <a:solidFill>
                  <a:srgbClr val="435969"/>
                </a:solidFill>
                <a:latin typeface="DejaVu Sans"/>
                <a:ea typeface="DejaVu Sans"/>
                <a:cs typeface="DejaVu Sans"/>
              </a:defRPr>
            </a:lvl8pPr>
            <a:lvl9pPr>
              <a:defRPr sz="1875" b="0">
                <a:solidFill>
                  <a:srgbClr val="435969"/>
                </a:solidFill>
                <a:latin typeface="DejaVu Sans"/>
                <a:ea typeface="DejaVu Sans"/>
                <a:cs typeface="DejaVu Sans"/>
              </a:defRPr>
            </a:lvl9pPr>
          </a:lstStyle>
          <a:p xmlns:a="http://schemas.openxmlformats.org/drawingml/2006/main">
            <a:pPr>
              <a:defRPr sz="1875" b="0">
                <a:solidFill>
                  <a:srgbClr val="435969"/>
                </a:solidFill>
                <a:latin typeface="DejaVu Sans"/>
                <a:ea typeface="DejaVu Sans"/>
                <a:cs typeface="DejaVu Sans"/>
              </a:defRPr>
            </a:pPr>
            <a:r>
              <a:rPr sz="1875" b="0">
                <a:solidFill>
                  <a:srgbClr val="435969"/>
                </a:solidFill>
                <a:latin typeface="DejaVu Sans"/>
                <a:ea typeface="DejaVu Sans"/>
                <a:cs typeface="DejaVu Sans"/>
              </a:rPr>
              <a:t>AI assistance is recorded in AI_LOG.md.</a:t>
            </a:r>
          </a:p>
          <a:p xmlns:a="http://schemas.openxmlformats.org/drawingml/2006/main">
            <a:pPr>
              <a:defRPr sz="1875" b="0">
                <a:solidFill>
                  <a:srgbClr val="435969"/>
                </a:solidFill>
                <a:latin typeface="DejaVu Sans"/>
                <a:ea typeface="DejaVu Sans"/>
                <a:cs typeface="DejaVu Sans"/>
              </a:defRPr>
            </a:pPr>
            <a:r>
              <a:rPr sz="1875" b="0">
                <a:solidFill>
                  <a:srgbClr val="435969"/>
                </a:solidFill>
                <a:latin typeface="DejaVu Sans"/>
                <a:ea typeface="DejaVu Sans"/>
                <a:cs typeface="DejaVu Sans"/>
              </a:rPr>
              <a:t>The live code challenge and defense must be completed without AI.</a:t>
            </a:r>
          </a:p>
        </p:txBody>
      </p:sp>
    </p:spTree>
    <p:extLst>
      <p:ext uri="{BB962C8B-B14F-4D97-AF65-F5344CB8AC3E}">
        <p14:creationId xmlns:p14="http://schemas.microsoft.com/office/powerpoint/2010/main" val="13657309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2026-10-25T06:50:17.8930000Z</dcterms:created>
  <dcterms:modified xsi:type="dcterms:W3CDTF">2026-10-25T06:50:17.8930000Z</dcterms:modified>
</coreProperties>
</file>